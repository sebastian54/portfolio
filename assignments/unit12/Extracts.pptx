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4" d="100"/>
          <a:sy n="64" d="100"/>
        </p:scale>
        <p:origin x="66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E30FD-CEB5-4D55-B0F6-32AB2FDA52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1DB1DC-F825-40A4-B79F-B2B45B9F04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32FF3-D092-4589-9B13-DCDB12E0D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F06E4-A575-4846-851E-3CDE0F09EAA8}" type="datetimeFigureOut">
              <a:rPr lang="en-GB" smtClean="0"/>
              <a:t>10/11/2021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6204F-DE16-49E1-A4C2-530112D78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7D2C73-B6E5-46F4-8D85-C4FCC5DB8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DBAF4-03E7-4C87-8283-42699ABD1D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3448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716E1-C382-4E17-8A6E-A905E9FDB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CD58C-5904-4A0C-8A4C-BC4BD897E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3C880F-A988-4221-BAC7-0D8CDCEC4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F06E4-A575-4846-851E-3CDE0F09EAA8}" type="datetimeFigureOut">
              <a:rPr lang="en-GB" smtClean="0"/>
              <a:t>10/11/2021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0529FF-5B27-4CD1-BFED-3CDD675FD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DBDAA-AAAF-4439-9E45-14AEF5AE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DBAF4-03E7-4C87-8283-42699ABD1D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371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81CAC-6BD1-4704-A07A-8822CD40B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EED5F3-FDEA-4212-A85F-E6B4E31CAE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53D718-14B9-48D7-AECE-3FA0CB602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F06E4-A575-4846-851E-3CDE0F09EAA8}" type="datetimeFigureOut">
              <a:rPr lang="en-GB" smtClean="0"/>
              <a:t>10/11/2021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05627A-2851-4A01-A395-87D738CA9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6EFCC2-DDAC-49F9-97ED-7BF4FDB00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DBAF4-03E7-4C87-8283-42699ABD1D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9706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1CC10-6665-487B-9B26-546A2467C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E8B46-F22A-4F14-8AE9-F94DFC2631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31CD30-858A-4E46-94AF-5C75D4B663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5B5A1C-4039-49EF-83EF-3085A5410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F06E4-A575-4846-851E-3CDE0F09EAA8}" type="datetimeFigureOut">
              <a:rPr lang="en-GB" smtClean="0"/>
              <a:t>10/11/2021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2EC2BB-2B7D-4180-A3A0-E00BAA20C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63A8B7-D9E1-41FD-865E-B41F6B570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DBAF4-03E7-4C87-8283-42699ABD1D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9540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8E601-C9F8-4750-9BF0-E02A81FEC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0DE54D-2C5A-4F34-92CB-8514CA70DF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0082A3-7239-4FC1-B948-5085FCB399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130FCB-FB0F-4451-B14A-56B1740293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5477D3-D3B1-41B1-89EA-D5C04242A0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2AFE25-0C31-4AE5-B400-A61F4C0BA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F06E4-A575-4846-851E-3CDE0F09EAA8}" type="datetimeFigureOut">
              <a:rPr lang="en-GB" smtClean="0"/>
              <a:t>10/11/2021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9BC504-0E03-41D9-8DB2-605347DC3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0E630E-997D-4376-8A7C-A19DCEEC4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DBAF4-03E7-4C87-8283-42699ABD1D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6713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62B5D-17E6-4363-BA87-1883FD8D7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38E44-5C4D-4AE7-B4B3-29050FBDB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F06E4-A575-4846-851E-3CDE0F09EAA8}" type="datetimeFigureOut">
              <a:rPr lang="en-GB" smtClean="0"/>
              <a:t>10/11/2021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D7F7EC-AF9B-4744-8E0E-50BD5F323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C9183B-A470-4611-8181-47E669699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DBAF4-03E7-4C87-8283-42699ABD1D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8852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FDC9F9-5636-4F84-B2EC-E1F55F46A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F06E4-A575-4846-851E-3CDE0F09EAA8}" type="datetimeFigureOut">
              <a:rPr lang="en-GB" smtClean="0"/>
              <a:t>10/11/2021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826A9E-98F1-4ED0-A13E-1BAE25DA9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403D6A-2316-43B3-81FF-F64569EE2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DBAF4-03E7-4C87-8283-42699ABD1D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8632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B2FD3-A30E-4F9E-AF3E-59452D886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9B93B-5D04-4897-A132-6C0E745CC3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982003-32A2-4297-A84E-51D30BDA63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FD4F0A-8C75-4A66-AAEB-7C0013D48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F06E4-A575-4846-851E-3CDE0F09EAA8}" type="datetimeFigureOut">
              <a:rPr lang="en-GB" smtClean="0"/>
              <a:t>10/11/2021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4C8798-94A7-443D-AB76-C0CB1C078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37449A-97D0-458E-B5B1-9579778F0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DBAF4-03E7-4C87-8283-42699ABD1D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9146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0F55C-1340-4C20-997F-7CB6D8ADA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9C1636-3432-4AA5-A21C-150CD561BA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30AB79-70E6-4A76-BE0A-95ADE5646B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B8621-61BD-4ABB-A8F9-4246AC341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F06E4-A575-4846-851E-3CDE0F09EAA8}" type="datetimeFigureOut">
              <a:rPr lang="en-GB" smtClean="0"/>
              <a:t>10/11/2021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61F850-2A8A-4AC3-9ED1-F56296CD2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0538C4-22EB-4630-8565-30989E921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DBAF4-03E7-4C87-8283-42699ABD1D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5927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0132E-C296-42A1-BC82-2E472C0DD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3EA325-BF9E-48C5-B15F-0FFED982E8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75CBA6-04A3-40E5-9104-916B795BC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F06E4-A575-4846-851E-3CDE0F09EAA8}" type="datetimeFigureOut">
              <a:rPr lang="en-GB" smtClean="0"/>
              <a:t>10/11/2021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D3735-1ED3-49AB-AA6A-2976EEEB6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26473F-DC67-416D-8744-60940EF56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DBAF4-03E7-4C87-8283-42699ABD1D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1849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FE93FD-1A34-42B7-B319-9F98872FB7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360B55-CDA5-42DF-BD4D-DCAABBA8D0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2C13B2-B253-46FF-9D35-6E37F5D6E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F06E4-A575-4846-851E-3CDE0F09EAA8}" type="datetimeFigureOut">
              <a:rPr lang="en-GB" smtClean="0"/>
              <a:t>10/11/2021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8BA41F-17A3-49C6-9740-E5AE4FC08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447E0-4CDF-44D1-933C-9474910B3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DBAF4-03E7-4C87-8283-42699ABD1D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245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CDE650-4894-4BE0-8A38-4E08AB389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0662FA-17C7-4341-8D2D-AB4C78C1C7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0F4DE7-F721-4620-85F0-F20CAD8234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EF06E4-A575-4846-851E-3CDE0F09EAA8}" type="datetimeFigureOut">
              <a:rPr lang="en-GB" smtClean="0"/>
              <a:t>10/11/2021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3D384-B93B-4CD0-81FE-69DF44E290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73A373-AB7B-4DCD-AE61-FAEFA1FE0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3DBAF4-03E7-4C87-8283-42699ABD1D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3961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58BDD-5093-4B0D-8FA0-12A63D735C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Extracts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33F5B7-EB34-43B1-89F2-A97376A27C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2438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AA064-8CE4-4176-A587-50784F135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Extract 1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8F5C1-67E4-4FAA-8E1C-24AA124334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The purpose of Extract 1 is so you can use a calculator, it begins by saying </a:t>
            </a:r>
            <a:r>
              <a:rPr lang="en-US" sz="1400" dirty="0">
                <a:highlight>
                  <a:srgbClr val="808080"/>
                </a:highlight>
              </a:rPr>
              <a:t>Dim One As Integer Dim Two As Integer and Dim Answer As Decimal</a:t>
            </a:r>
            <a:r>
              <a:rPr lang="en-US" sz="1400" dirty="0"/>
              <a:t>. This would mean that as soon as you begin to type your decimal, the program would then know where to output the next part. All you need to type is </a:t>
            </a:r>
            <a:r>
              <a:rPr lang="en-US" sz="1400" dirty="0">
                <a:highlight>
                  <a:srgbClr val="808080"/>
                </a:highlight>
              </a:rPr>
              <a:t>One = TextBox1.Text and Two = TextBox2.Text</a:t>
            </a:r>
            <a:r>
              <a:rPr lang="en-US" sz="1400" dirty="0"/>
              <a:t>. This means that the program will output 2 boxes, one for the </a:t>
            </a:r>
            <a:r>
              <a:rPr lang="en-US" sz="1400" dirty="0" err="1"/>
              <a:t>firest</a:t>
            </a:r>
            <a:r>
              <a:rPr lang="en-US" sz="1400" dirty="0"/>
              <a:t> number and one for the second number. The routine of this is that you will need to add both numbers together and output the number. The next coding says Label3.Text = ”The answer is “ &amp; answer. This means that is will output the first text, along with the answer that has been outputted by the recent code. 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673535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AA064-8CE4-4176-A587-50784F135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Extract 2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8F5C1-67E4-4FAA-8E1C-24AA124334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7445150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25E100519F324B924EAA52D502CFF6" ma:contentTypeVersion="7" ma:contentTypeDescription="Create a new document." ma:contentTypeScope="" ma:versionID="1713b67560f60f48cceda96838a8d847">
  <xsd:schema xmlns:xsd="http://www.w3.org/2001/XMLSchema" xmlns:xs="http://www.w3.org/2001/XMLSchema" xmlns:p="http://schemas.microsoft.com/office/2006/metadata/properties" xmlns:ns3="7ac2e845-e209-4bd0-8853-f0a40aad2acd" xmlns:ns4="9a569939-0db0-4e3c-aef4-73f7d3b1dd8b" targetNamespace="http://schemas.microsoft.com/office/2006/metadata/properties" ma:root="true" ma:fieldsID="9938fffaf1edd7d1db1acecad5a70efa" ns3:_="" ns4:_="">
    <xsd:import namespace="7ac2e845-e209-4bd0-8853-f0a40aad2acd"/>
    <xsd:import namespace="9a569939-0db0-4e3c-aef4-73f7d3b1dd8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c2e845-e209-4bd0-8853-f0a40aad2ac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569939-0db0-4e3c-aef4-73f7d3b1dd8b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A1BB09B-DD8C-4604-9562-012DF8E2706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ac2e845-e209-4bd0-8853-f0a40aad2acd"/>
    <ds:schemaRef ds:uri="9a569939-0db0-4e3c-aef4-73f7d3b1dd8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E61DF6D-F716-4859-B1FB-F17E2DEA083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97FAB1C-E014-4246-B0F0-31C8AB5530B3}">
  <ds:schemaRefs>
    <ds:schemaRef ds:uri="7ac2e845-e209-4bd0-8853-f0a40aad2acd"/>
    <ds:schemaRef ds:uri="http://schemas.microsoft.com/office/2006/metadata/properties"/>
    <ds:schemaRef ds:uri="http://purl.org/dc/dcmitype/"/>
    <ds:schemaRef ds:uri="9a569939-0db0-4e3c-aef4-73f7d3b1dd8b"/>
    <ds:schemaRef ds:uri="http://purl.org/dc/elements/1.1/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160</Words>
  <Application>Microsoft Office PowerPoint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Extracts</vt:lpstr>
      <vt:lpstr>Extract 1</vt:lpstr>
      <vt:lpstr>Extract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Extracts</dc:title>
  <dc:creator>Sebastian Archer</dc:creator>
  <cp:lastModifiedBy>Sebastian Archer</cp:lastModifiedBy>
  <cp:revision>4</cp:revision>
  <dcterms:created xsi:type="dcterms:W3CDTF">2021-11-10T11:30:33Z</dcterms:created>
  <dcterms:modified xsi:type="dcterms:W3CDTF">2021-11-10T12:31:09Z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0x010100E325E100519F324B924EAA52D502CFF6</vt:lpwstr>
  </property>
</Properties>
</file>