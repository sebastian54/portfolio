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6" r:id="rId6"/>
    <p:sldId id="259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bastian Archer" userId="86a15a89-88d3-4c17-ad5c-d158eeb765a3" providerId="ADAL" clId="{C0BA422B-DDCB-439E-8391-AEC355F80504}"/>
    <pc:docChg chg="custSel modSld">
      <pc:chgData name="Sebastian Archer" userId="86a15a89-88d3-4c17-ad5c-d158eeb765a3" providerId="ADAL" clId="{C0BA422B-DDCB-439E-8391-AEC355F80504}" dt="2022-02-16T11:31:48.742" v="56" actId="1076"/>
      <pc:docMkLst>
        <pc:docMk/>
      </pc:docMkLst>
      <pc:sldChg chg="addSp delSp modSp">
        <pc:chgData name="Sebastian Archer" userId="86a15a89-88d3-4c17-ad5c-d158eeb765a3" providerId="ADAL" clId="{C0BA422B-DDCB-439E-8391-AEC355F80504}" dt="2022-02-16T11:31:48.742" v="56" actId="1076"/>
        <pc:sldMkLst>
          <pc:docMk/>
          <pc:sldMk cId="3367411162" sldId="257"/>
        </pc:sldMkLst>
        <pc:spChg chg="mod">
          <ac:chgData name="Sebastian Archer" userId="86a15a89-88d3-4c17-ad5c-d158eeb765a3" providerId="ADAL" clId="{C0BA422B-DDCB-439E-8391-AEC355F80504}" dt="2022-02-16T11:30:41.695" v="3" actId="1076"/>
          <ac:spMkLst>
            <pc:docMk/>
            <pc:sldMk cId="3367411162" sldId="257"/>
            <ac:spMk id="2" creationId="{10D926B5-F0FF-4D37-8F1B-0013EB3CD619}"/>
          </ac:spMkLst>
        </pc:spChg>
        <pc:spChg chg="del">
          <ac:chgData name="Sebastian Archer" userId="86a15a89-88d3-4c17-ad5c-d158eeb765a3" providerId="ADAL" clId="{C0BA422B-DDCB-439E-8391-AEC355F80504}" dt="2022-02-16T11:30:29.388" v="0" actId="478"/>
          <ac:spMkLst>
            <pc:docMk/>
            <pc:sldMk cId="3367411162" sldId="257"/>
            <ac:spMk id="3" creationId="{C1BB4A63-EA9E-48E3-9F5A-E5DDD95567C4}"/>
          </ac:spMkLst>
        </pc:spChg>
        <pc:spChg chg="add mod">
          <ac:chgData name="Sebastian Archer" userId="86a15a89-88d3-4c17-ad5c-d158eeb765a3" providerId="ADAL" clId="{C0BA422B-DDCB-439E-8391-AEC355F80504}" dt="2022-02-16T11:31:48.742" v="56" actId="1076"/>
          <ac:spMkLst>
            <pc:docMk/>
            <pc:sldMk cId="3367411162" sldId="257"/>
            <ac:spMk id="4" creationId="{E5B1ECAB-F07E-418B-899D-E78509831943}"/>
          </ac:spMkLst>
        </pc:spChg>
        <pc:spChg chg="add mod">
          <ac:chgData name="Sebastian Archer" userId="86a15a89-88d3-4c17-ad5c-d158eeb765a3" providerId="ADAL" clId="{C0BA422B-DDCB-439E-8391-AEC355F80504}" dt="2022-02-16T11:31:45.774" v="55" actId="1076"/>
          <ac:spMkLst>
            <pc:docMk/>
            <pc:sldMk cId="3367411162" sldId="257"/>
            <ac:spMk id="5" creationId="{F5B96984-CF45-40FC-B34E-13AFFA3AAB8E}"/>
          </ac:spMkLst>
        </pc:spChg>
        <pc:spChg chg="add mod">
          <ac:chgData name="Sebastian Archer" userId="86a15a89-88d3-4c17-ad5c-d158eeb765a3" providerId="ADAL" clId="{C0BA422B-DDCB-439E-8391-AEC355F80504}" dt="2022-02-16T11:31:45.774" v="55" actId="1076"/>
          <ac:spMkLst>
            <pc:docMk/>
            <pc:sldMk cId="3367411162" sldId="257"/>
            <ac:spMk id="6" creationId="{DA6DF0CE-5CE3-4A0A-B606-F84922BC92EB}"/>
          </ac:spMkLst>
        </pc:spChg>
      </pc:sldChg>
    </pc:docChg>
  </pc:docChgLst>
  <pc:docChgLst>
    <pc:chgData name="Sebastian Archer" userId="86a15a89-88d3-4c17-ad5c-d158eeb765a3" providerId="ADAL" clId="{3401E113-7E4B-4483-9BC9-8DDA739B894A}"/>
    <pc:docChg chg="modSld">
      <pc:chgData name="Sebastian Archer" userId="86a15a89-88d3-4c17-ad5c-d158eeb765a3" providerId="ADAL" clId="{3401E113-7E4B-4483-9BC9-8DDA739B894A}" dt="2022-03-02T11:08:11.021" v="7" actId="20577"/>
      <pc:docMkLst>
        <pc:docMk/>
      </pc:docMkLst>
      <pc:sldChg chg="modSp">
        <pc:chgData name="Sebastian Archer" userId="86a15a89-88d3-4c17-ad5c-d158eeb765a3" providerId="ADAL" clId="{3401E113-7E4B-4483-9BC9-8DDA739B894A}" dt="2022-03-02T11:08:11.021" v="7" actId="20577"/>
        <pc:sldMkLst>
          <pc:docMk/>
          <pc:sldMk cId="863571170" sldId="259"/>
        </pc:sldMkLst>
        <pc:spChg chg="mod">
          <ac:chgData name="Sebastian Archer" userId="86a15a89-88d3-4c17-ad5c-d158eeb765a3" providerId="ADAL" clId="{3401E113-7E4B-4483-9BC9-8DDA739B894A}" dt="2022-03-02T11:08:11.021" v="7" actId="20577"/>
          <ac:spMkLst>
            <pc:docMk/>
            <pc:sldMk cId="863571170" sldId="259"/>
            <ac:spMk id="15" creationId="{38D1A627-FC20-478E-9B65-A57B1F02948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54B1-3FD6-4688-9DDF-34FB0256F937}" type="datetimeFigureOut">
              <a:rPr lang="en-GB" smtClean="0"/>
              <a:t>02/03/2022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3E55-FC7B-4B46-9A32-B743F71C5F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0976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54B1-3FD6-4688-9DDF-34FB0256F937}" type="datetimeFigureOut">
              <a:rPr lang="en-GB" smtClean="0"/>
              <a:t>02/03/2022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3E55-FC7B-4B46-9A32-B743F71C5F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4479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54B1-3FD6-4688-9DDF-34FB0256F937}" type="datetimeFigureOut">
              <a:rPr lang="en-GB" smtClean="0"/>
              <a:t>02/03/2022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3E55-FC7B-4B46-9A32-B743F71C5F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136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54B1-3FD6-4688-9DDF-34FB0256F937}" type="datetimeFigureOut">
              <a:rPr lang="en-GB" smtClean="0"/>
              <a:t>02/03/2022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3E55-FC7B-4B46-9A32-B743F71C5F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750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54B1-3FD6-4688-9DDF-34FB0256F937}" type="datetimeFigureOut">
              <a:rPr lang="en-GB" smtClean="0"/>
              <a:t>02/03/2022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3E55-FC7B-4B46-9A32-B743F71C5F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772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54B1-3FD6-4688-9DDF-34FB0256F937}" type="datetimeFigureOut">
              <a:rPr lang="en-GB" smtClean="0"/>
              <a:t>02/03/2022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3E55-FC7B-4B46-9A32-B743F71C5F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014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54B1-3FD6-4688-9DDF-34FB0256F937}" type="datetimeFigureOut">
              <a:rPr lang="en-GB" smtClean="0"/>
              <a:t>02/03/2022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3E55-FC7B-4B46-9A32-B743F71C5F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210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54B1-3FD6-4688-9DDF-34FB0256F937}" type="datetimeFigureOut">
              <a:rPr lang="en-GB" smtClean="0"/>
              <a:t>02/03/2022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3E55-FC7B-4B46-9A32-B743F71C5F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850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54B1-3FD6-4688-9DDF-34FB0256F937}" type="datetimeFigureOut">
              <a:rPr lang="en-GB" smtClean="0"/>
              <a:t>02/03/2022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3E55-FC7B-4B46-9A32-B743F71C5F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330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54B1-3FD6-4688-9DDF-34FB0256F937}" type="datetimeFigureOut">
              <a:rPr lang="en-GB" smtClean="0"/>
              <a:t>02/03/2022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3E55-FC7B-4B46-9A32-B743F71C5F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9599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054B1-3FD6-4688-9DDF-34FB0256F937}" type="datetimeFigureOut">
              <a:rPr lang="en-GB" smtClean="0"/>
              <a:t>02/03/2022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E3E55-FC7B-4B46-9A32-B743F71C5F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404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054B1-3FD6-4688-9DDF-34FB0256F937}" type="datetimeFigureOut">
              <a:rPr lang="en-GB" smtClean="0"/>
              <a:t>02/03/2022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E3E55-FC7B-4B46-9A32-B743F71C5F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2204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926B5-F0FF-4D37-8F1B-0013EB3CD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90" y="105066"/>
            <a:ext cx="1661719" cy="465385"/>
          </a:xfrm>
        </p:spPr>
        <p:txBody>
          <a:bodyPr>
            <a:normAutofit fontScale="90000"/>
          </a:bodyPr>
          <a:lstStyle/>
          <a:p>
            <a:r>
              <a:rPr lang="en-US" dirty="0"/>
              <a:t>Menu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B1ECAB-F07E-418B-899D-E78509831943}"/>
              </a:ext>
            </a:extLst>
          </p:cNvPr>
          <p:cNvSpPr txBox="1"/>
          <p:nvPr/>
        </p:nvSpPr>
        <p:spPr>
          <a:xfrm>
            <a:off x="4177717" y="1325745"/>
            <a:ext cx="34982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/>
              <a:t>Seb’s</a:t>
            </a:r>
            <a:r>
              <a:rPr lang="en-US" sz="4000" dirty="0"/>
              <a:t> Converter</a:t>
            </a:r>
            <a:endParaRPr lang="en-GB" sz="40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B96984-CF45-40FC-B34E-13AFFA3AAB8E}"/>
              </a:ext>
            </a:extLst>
          </p:cNvPr>
          <p:cNvSpPr/>
          <p:nvPr/>
        </p:nvSpPr>
        <p:spPr>
          <a:xfrm>
            <a:off x="4177717" y="2634143"/>
            <a:ext cx="3498210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Converter</a:t>
            </a:r>
            <a:endParaRPr lang="en-GB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6DF0CE-5CE3-4A0A-B606-F84922BC92EB}"/>
              </a:ext>
            </a:extLst>
          </p:cNvPr>
          <p:cNvSpPr/>
          <p:nvPr/>
        </p:nvSpPr>
        <p:spPr>
          <a:xfrm>
            <a:off x="4177717" y="3835167"/>
            <a:ext cx="3498210" cy="7078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Help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367411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57FC03-F337-402A-B07B-EB22AA00768A}"/>
              </a:ext>
            </a:extLst>
          </p:cNvPr>
          <p:cNvSpPr/>
          <p:nvPr/>
        </p:nvSpPr>
        <p:spPr>
          <a:xfrm>
            <a:off x="1917700" y="2489200"/>
            <a:ext cx="3467100" cy="571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This is a textbox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EDE67-C28A-4259-9B2F-E673F1FFDA25}"/>
              </a:ext>
            </a:extLst>
          </p:cNvPr>
          <p:cNvSpPr txBox="1"/>
          <p:nvPr/>
        </p:nvSpPr>
        <p:spPr>
          <a:xfrm>
            <a:off x="1917700" y="2119868"/>
            <a:ext cx="154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Amount: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91B971-B2E3-4587-AF3D-C8569D250AA5}"/>
              </a:ext>
            </a:extLst>
          </p:cNvPr>
          <p:cNvSpPr/>
          <p:nvPr/>
        </p:nvSpPr>
        <p:spPr>
          <a:xfrm>
            <a:off x="1917700" y="3143250"/>
            <a:ext cx="2552700" cy="387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(INPUT CURRENCY)</a:t>
            </a:r>
            <a:endParaRPr lang="en-GB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F78A6E-7738-4C26-AA57-06E1AE878D82}"/>
              </a:ext>
            </a:extLst>
          </p:cNvPr>
          <p:cNvSpPr/>
          <p:nvPr/>
        </p:nvSpPr>
        <p:spPr>
          <a:xfrm>
            <a:off x="6642100" y="2489200"/>
            <a:ext cx="3467100" cy="571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This is a textbox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0F2DCF-2AC8-4DC9-A07C-B649CAD977A9}"/>
              </a:ext>
            </a:extLst>
          </p:cNvPr>
          <p:cNvSpPr txBox="1"/>
          <p:nvPr/>
        </p:nvSpPr>
        <p:spPr>
          <a:xfrm>
            <a:off x="6642100" y="2119868"/>
            <a:ext cx="185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Amount: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56F25-4D9E-458A-BD73-BC20FFAEFC07}"/>
              </a:ext>
            </a:extLst>
          </p:cNvPr>
          <p:cNvSpPr/>
          <p:nvPr/>
        </p:nvSpPr>
        <p:spPr>
          <a:xfrm>
            <a:off x="7556500" y="3143250"/>
            <a:ext cx="2552700" cy="387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(OUTPUT CURRENCY)</a:t>
            </a:r>
            <a:endParaRPr lang="en-GB" sz="1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3FC54D-7DF0-472C-AC11-2C99ECDBFE30}"/>
              </a:ext>
            </a:extLst>
          </p:cNvPr>
          <p:cNvCxnSpPr>
            <a:cxnSpLocks/>
          </p:cNvCxnSpPr>
          <p:nvPr/>
        </p:nvCxnSpPr>
        <p:spPr>
          <a:xfrm>
            <a:off x="5486400" y="2774950"/>
            <a:ext cx="1003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6F620D8-0C84-48D6-84B4-F3EC64FB4CB0}"/>
              </a:ext>
            </a:extLst>
          </p:cNvPr>
          <p:cNvSpPr/>
          <p:nvPr/>
        </p:nvSpPr>
        <p:spPr>
          <a:xfrm>
            <a:off x="2933700" y="4813300"/>
            <a:ext cx="25527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CONVERT</a:t>
            </a:r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363A8B-3F28-4531-8C57-57F191B616F8}"/>
              </a:ext>
            </a:extLst>
          </p:cNvPr>
          <p:cNvSpPr/>
          <p:nvPr/>
        </p:nvSpPr>
        <p:spPr>
          <a:xfrm>
            <a:off x="6489700" y="4813300"/>
            <a:ext cx="25527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RESET</a:t>
            </a:r>
            <a:endParaRPr lang="en-GB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47A9D327-381F-4AA3-9021-2290F4D134BA}"/>
              </a:ext>
            </a:extLst>
          </p:cNvPr>
          <p:cNvSpPr/>
          <p:nvPr/>
        </p:nvSpPr>
        <p:spPr>
          <a:xfrm rot="10800000">
            <a:off x="4089400" y="3194050"/>
            <a:ext cx="330200" cy="2857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2AC236B-7868-407C-BA64-5DFFC4AADF87}"/>
              </a:ext>
            </a:extLst>
          </p:cNvPr>
          <p:cNvSpPr/>
          <p:nvPr/>
        </p:nvSpPr>
        <p:spPr>
          <a:xfrm rot="10800000">
            <a:off x="9779000" y="3194050"/>
            <a:ext cx="330200" cy="2857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687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057FC03-F337-402A-B07B-EB22AA00768A}"/>
              </a:ext>
            </a:extLst>
          </p:cNvPr>
          <p:cNvSpPr/>
          <p:nvPr/>
        </p:nvSpPr>
        <p:spPr>
          <a:xfrm>
            <a:off x="1917700" y="2489200"/>
            <a:ext cx="3467100" cy="571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This is a textbox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6EDE67-C28A-4259-9B2F-E673F1FFDA25}"/>
              </a:ext>
            </a:extLst>
          </p:cNvPr>
          <p:cNvSpPr txBox="1"/>
          <p:nvPr/>
        </p:nvSpPr>
        <p:spPr>
          <a:xfrm>
            <a:off x="1917700" y="2119868"/>
            <a:ext cx="154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Input Amount: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91B971-B2E3-4587-AF3D-C8569D250AA5}"/>
              </a:ext>
            </a:extLst>
          </p:cNvPr>
          <p:cNvSpPr/>
          <p:nvPr/>
        </p:nvSpPr>
        <p:spPr>
          <a:xfrm>
            <a:off x="1917700" y="3143250"/>
            <a:ext cx="2552700" cy="387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(INPUT CURRENCY)</a:t>
            </a:r>
            <a:endParaRPr lang="en-GB" sz="1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F78A6E-7738-4C26-AA57-06E1AE878D82}"/>
              </a:ext>
            </a:extLst>
          </p:cNvPr>
          <p:cNvSpPr/>
          <p:nvPr/>
        </p:nvSpPr>
        <p:spPr>
          <a:xfrm>
            <a:off x="6642100" y="2489200"/>
            <a:ext cx="3467100" cy="5715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This is a textbox</a:t>
            </a:r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0F2DCF-2AC8-4DC9-A07C-B649CAD977A9}"/>
              </a:ext>
            </a:extLst>
          </p:cNvPr>
          <p:cNvSpPr txBox="1"/>
          <p:nvPr/>
        </p:nvSpPr>
        <p:spPr>
          <a:xfrm>
            <a:off x="6642100" y="2119868"/>
            <a:ext cx="185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Amount: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C56F25-4D9E-458A-BD73-BC20FFAEFC07}"/>
              </a:ext>
            </a:extLst>
          </p:cNvPr>
          <p:cNvSpPr/>
          <p:nvPr/>
        </p:nvSpPr>
        <p:spPr>
          <a:xfrm>
            <a:off x="7556500" y="3143250"/>
            <a:ext cx="2552700" cy="387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(OUTPUT CURRENCY)</a:t>
            </a:r>
            <a:endParaRPr lang="en-GB" sz="14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03FC54D-7DF0-472C-AC11-2C99ECDBFE30}"/>
              </a:ext>
            </a:extLst>
          </p:cNvPr>
          <p:cNvCxnSpPr>
            <a:cxnSpLocks/>
          </p:cNvCxnSpPr>
          <p:nvPr/>
        </p:nvCxnSpPr>
        <p:spPr>
          <a:xfrm>
            <a:off x="5486400" y="2774950"/>
            <a:ext cx="1003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56F620D8-0C84-48D6-84B4-F3EC64FB4CB0}"/>
              </a:ext>
            </a:extLst>
          </p:cNvPr>
          <p:cNvSpPr/>
          <p:nvPr/>
        </p:nvSpPr>
        <p:spPr>
          <a:xfrm>
            <a:off x="2933700" y="4813300"/>
            <a:ext cx="25527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CONVERT</a:t>
            </a:r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363A8B-3F28-4531-8C57-57F191B616F8}"/>
              </a:ext>
            </a:extLst>
          </p:cNvPr>
          <p:cNvSpPr/>
          <p:nvPr/>
        </p:nvSpPr>
        <p:spPr>
          <a:xfrm>
            <a:off x="6489700" y="4813300"/>
            <a:ext cx="2552700" cy="571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RESET</a:t>
            </a:r>
            <a:endParaRPr lang="en-GB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47A9D327-381F-4AA3-9021-2290F4D134BA}"/>
              </a:ext>
            </a:extLst>
          </p:cNvPr>
          <p:cNvSpPr/>
          <p:nvPr/>
        </p:nvSpPr>
        <p:spPr>
          <a:xfrm rot="10800000">
            <a:off x="4089400" y="3194050"/>
            <a:ext cx="330200" cy="2857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2AC236B-7868-407C-BA64-5DFFC4AADF87}"/>
              </a:ext>
            </a:extLst>
          </p:cNvPr>
          <p:cNvSpPr/>
          <p:nvPr/>
        </p:nvSpPr>
        <p:spPr>
          <a:xfrm rot="10800000">
            <a:off x="9779000" y="3194050"/>
            <a:ext cx="330200" cy="28575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45A97F-6101-4CBF-BE72-60B4EB89BBA5}"/>
              </a:ext>
            </a:extLst>
          </p:cNvPr>
          <p:cNvSpPr txBox="1"/>
          <p:nvPr/>
        </p:nvSpPr>
        <p:spPr>
          <a:xfrm>
            <a:off x="1917700" y="3530600"/>
            <a:ext cx="18920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Currency choices: 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GBP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EURO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USD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D1A627-FC20-478E-9B65-A57B1F02948E}"/>
              </a:ext>
            </a:extLst>
          </p:cNvPr>
          <p:cNvSpPr txBox="1"/>
          <p:nvPr/>
        </p:nvSpPr>
        <p:spPr>
          <a:xfrm>
            <a:off x="165100" y="125700"/>
            <a:ext cx="15451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Font: Segoe UI</a:t>
            </a:r>
          </a:p>
          <a:p>
            <a:r>
              <a:rPr lang="en-US" dirty="0">
                <a:solidFill>
                  <a:srgbClr val="0070C0"/>
                </a:solidFill>
              </a:rPr>
              <a:t>Size: 16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E5AE68-21F4-4DA5-94FD-E1C96D061D75}"/>
              </a:ext>
            </a:extLst>
          </p:cNvPr>
          <p:cNvSpPr txBox="1"/>
          <p:nvPr/>
        </p:nvSpPr>
        <p:spPr>
          <a:xfrm>
            <a:off x="2863728" y="5384800"/>
            <a:ext cx="318061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This button will run the code to 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carry out the conversion and </a:t>
            </a:r>
            <a:br>
              <a:rPr lang="en-US" dirty="0">
                <a:solidFill>
                  <a:srgbClr val="0070C0"/>
                </a:solidFill>
              </a:rPr>
            </a:br>
            <a:r>
              <a:rPr lang="en-US" dirty="0">
                <a:solidFill>
                  <a:srgbClr val="0070C0"/>
                </a:solidFill>
              </a:rPr>
              <a:t>output the result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6B7CAF-4943-4946-BD5A-06143C144AF8}"/>
              </a:ext>
            </a:extLst>
          </p:cNvPr>
          <p:cNvSpPr txBox="1"/>
          <p:nvPr/>
        </p:nvSpPr>
        <p:spPr>
          <a:xfrm>
            <a:off x="6489700" y="5340529"/>
            <a:ext cx="3213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This button will clear all controls</a:t>
            </a:r>
            <a:endParaRPr lang="en-GB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35711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D2C72-915B-4306-91E0-B0FD9C4CF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E3025-18C1-40C0-A25E-5A40F033E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1515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25E100519F324B924EAA52D502CFF6" ma:contentTypeVersion="11" ma:contentTypeDescription="Create a new document." ma:contentTypeScope="" ma:versionID="84c9b2193c39630d30e1ba7e0e1090ed">
  <xsd:schema xmlns:xsd="http://www.w3.org/2001/XMLSchema" xmlns:xs="http://www.w3.org/2001/XMLSchema" xmlns:p="http://schemas.microsoft.com/office/2006/metadata/properties" xmlns:ns3="7ac2e845-e209-4bd0-8853-f0a40aad2acd" xmlns:ns4="9a569939-0db0-4e3c-aef4-73f7d3b1dd8b" targetNamespace="http://schemas.microsoft.com/office/2006/metadata/properties" ma:root="true" ma:fieldsID="d0f3f6c7ceec76639cce84c43032c5c0" ns3:_="" ns4:_="">
    <xsd:import namespace="7ac2e845-e209-4bd0-8853-f0a40aad2acd"/>
    <xsd:import namespace="9a569939-0db0-4e3c-aef4-73f7d3b1dd8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c2e845-e209-4bd0-8853-f0a40aad2a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569939-0db0-4e3c-aef4-73f7d3b1dd8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E23534-0214-477D-89A5-DE6E8CB194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c2e845-e209-4bd0-8853-f0a40aad2acd"/>
    <ds:schemaRef ds:uri="9a569939-0db0-4e3c-aef4-73f7d3b1dd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FE60602-18AB-4D35-9F17-FD3B4E072BC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E9EEDC1-11FF-4645-8AD5-F91CC9432A67}">
  <ds:schemaRefs>
    <ds:schemaRef ds:uri="7ac2e845-e209-4bd0-8853-f0a40aad2acd"/>
    <ds:schemaRef ds:uri="9a569939-0db0-4e3c-aef4-73f7d3b1dd8b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97</TotalTime>
  <Words>95</Words>
  <Application>Microsoft Office PowerPoint</Application>
  <PresentationFormat>Widescreen</PresentationFormat>
  <Paragraphs>26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Menu</vt:lpstr>
      <vt:lpstr>PowerPoint Presentation</vt:lpstr>
      <vt:lpstr>PowerPoint Presentation</vt:lpstr>
      <vt:lpstr>How to 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Menu</dc:title>
  <dc:creator>Sebastian Archer</dc:creator>
  <cp:lastModifiedBy>Sebastian Archer</cp:lastModifiedBy>
  <cp:revision>3</cp:revision>
  <dcterms:created xsi:type="dcterms:W3CDTF">2022-02-09T11:15:55Z</dcterms:created>
  <dcterms:modified xsi:type="dcterms:W3CDTF">2022-03-02T12:28:18Z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0x010100E325E100519F324B924EAA52D502CFF6</vt:lpwstr>
  </property>
</Properties>
</file>