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94FC-48E3-41C4-925A-7ED69AB93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ABA3C-C36E-41DC-9AB8-C57EA7871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B76E-B27D-4337-9CCF-F66712B9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46C5-186C-4E41-9937-49E3B5CE5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B1886-F2D0-4135-B10D-A8B48AF7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727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2F9A-C6C5-4046-9544-73C97E86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CE09-3E8F-4714-AB5A-A7AE1DCAE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8042D-CC3A-4887-A9C1-9E3DA590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EAE25-B9AB-4B3C-97AF-F9D0D7F4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A9BE6-C94F-4B99-80A4-0EFB1A9D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98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8786B-DCC0-4119-AFD9-E305DFC5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0602A-A579-4650-9550-8F2F5186A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CD7F3-F046-41A7-9D77-AE46118D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FCF26-F3FD-46B5-9F3E-0DEB36FA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489F-787A-406F-A2FE-92E3250D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49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A620-C1A3-480C-8A5C-16ECCBC46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6D61-C782-46D1-A630-A1135BE07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B453B-C682-43B2-9E31-54DCB07CC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6705D-C0C0-4706-8858-EB9131D2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F6C82-54DB-4CAD-AAEB-74F912C9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7A14D-11B7-4D48-8FE3-97DE1ECE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07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9DEC-9AF5-468C-9151-F1A70BB0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66BBA-8C50-423E-AE82-3072B233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F60A3-6B1B-4C5B-BCB3-EED045A90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8F9A5B-6989-4620-B9A3-7870D9381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1B787-57C7-4DE8-9E08-E778EE171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1D5F4-3871-4FEA-8709-6C792C8AA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DB2F9-53A4-4E1C-806C-4AC4EC7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BD938-CDA3-4E06-BDDA-6C1CE8E4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89A2-2F4E-47C5-932A-67B1BE2D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9325A-2E9A-401C-9D01-65AD33A3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9CE6C-5B3C-4372-B519-14DCB99D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F046D-E09D-485E-8433-C4D86FC3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33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F2A09-5A67-4C40-92F6-E81F1BDE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A1CF6-8BB6-4608-B4CF-CFA4E67A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1355B-3B89-4ACF-8026-8BF4F4EFD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3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9333-7A79-4B2C-9CCD-D7915C8D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14662-2711-409D-B66E-A11F028C3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0E24E-DB7A-4C11-9C03-A8F2B4BED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E677C-C4C7-4D2F-A39B-8C947F871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6857B-099E-4CE9-B21E-E5E5D2CC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4495D-EE69-4EF1-A2C7-502F771A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32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EAC3-E31F-45C6-A4B8-3C52687F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B6E0B-56CF-43EC-A9AE-C25C412F85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4F999-0940-4CFE-A3AD-E674B1D9B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368A0-7F35-4538-BA6E-AD303C31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72846-BF5D-4423-AA75-070D1D49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525C1-2A62-4202-9CA5-7E843F1D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8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28943-A8A6-409A-B0CB-E779DF17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8EA61-27EA-407A-BB2B-1105DF36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AE356-8009-4D8F-9C13-C5914B6F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C4706-ED70-4F83-BB04-321710F7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0CE3E-05BC-499A-9185-ACBFC738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45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84C56-AAEC-4B1B-B817-B993D9170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4C270-1EA6-4F90-9C9A-7A2C1CDCF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41FC1-E28D-4910-AE8E-9876E14E3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375C6-55B1-45CC-8DC7-1163F83C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594F2-12D0-4C04-9509-7A28E06E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61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F1E6EC-D292-426B-8D40-1478054C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123E5-1CA1-4A64-899A-5753CCC88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F61B3-4B7E-4133-B253-F2F8DD053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160C-6BBB-40EE-9744-83A53D047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0E50F-7CC3-489F-BE55-BAF54BE0E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5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D226-4866-41B6-BEC0-CD7ACE8D9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0748" y="3249685"/>
            <a:ext cx="1750503" cy="358629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Course Details</a:t>
            </a:r>
            <a:endParaRPr lang="en-GB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C95E17-3C05-4D0E-824C-8322E8FF3995}"/>
              </a:ext>
            </a:extLst>
          </p:cNvPr>
          <p:cNvSpPr txBox="1">
            <a:spLocks/>
          </p:cNvSpPr>
          <p:nvPr/>
        </p:nvSpPr>
        <p:spPr>
          <a:xfrm>
            <a:off x="2598489" y="1380339"/>
            <a:ext cx="1750503" cy="3586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Qualifications:</a:t>
            </a:r>
            <a:endParaRPr lang="en-GB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7D92AE-D8E2-45E8-926C-B869FE6D72C8}"/>
              </a:ext>
            </a:extLst>
          </p:cNvPr>
          <p:cNvSpPr txBox="1">
            <a:spLocks/>
          </p:cNvSpPr>
          <p:nvPr/>
        </p:nvSpPr>
        <p:spPr>
          <a:xfrm>
            <a:off x="2598488" y="1738968"/>
            <a:ext cx="1750503" cy="3586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Diploma</a:t>
            </a:r>
            <a:endParaRPr lang="en-GB" sz="1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C1EBFF-2B58-42DA-A7C3-DB11C3E8E4A6}"/>
              </a:ext>
            </a:extLst>
          </p:cNvPr>
          <p:cNvSpPr txBox="1">
            <a:spLocks/>
          </p:cNvSpPr>
          <p:nvPr/>
        </p:nvSpPr>
        <p:spPr>
          <a:xfrm>
            <a:off x="847288" y="4570600"/>
            <a:ext cx="1750503" cy="3586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Who are our Tutors?</a:t>
            </a:r>
            <a:endParaRPr lang="en-GB" sz="1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5F7150-0C27-43C1-8292-3A17FE246F24}"/>
              </a:ext>
            </a:extLst>
          </p:cNvPr>
          <p:cNvSpPr txBox="1">
            <a:spLocks/>
          </p:cNvSpPr>
          <p:nvPr/>
        </p:nvSpPr>
        <p:spPr>
          <a:xfrm>
            <a:off x="847287" y="4925731"/>
            <a:ext cx="1750503" cy="10643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Richard Hayter</a:t>
            </a:r>
          </a:p>
          <a:p>
            <a:r>
              <a:rPr lang="en-US" sz="1600" dirty="0"/>
              <a:t>Maxine Stone</a:t>
            </a:r>
          </a:p>
          <a:p>
            <a:r>
              <a:rPr lang="en-US" sz="1600" dirty="0"/>
              <a:t>Scott Russell</a:t>
            </a:r>
          </a:p>
          <a:p>
            <a:r>
              <a:rPr lang="en-US" sz="1600" dirty="0"/>
              <a:t>Sian Williams</a:t>
            </a:r>
          </a:p>
          <a:p>
            <a:r>
              <a:rPr lang="en-US" sz="1600" dirty="0"/>
              <a:t>Karl Evans</a:t>
            </a:r>
          </a:p>
          <a:p>
            <a:r>
              <a:rPr lang="en-US" sz="1600" dirty="0"/>
              <a:t>Amy </a:t>
            </a:r>
            <a:r>
              <a:rPr lang="en-US" sz="1600" dirty="0" err="1"/>
              <a:t>Knibbs</a:t>
            </a:r>
            <a:endParaRPr lang="en-GB" sz="16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DC3ED4-2D49-4AE9-BD80-F25618698032}"/>
              </a:ext>
            </a:extLst>
          </p:cNvPr>
          <p:cNvCxnSpPr>
            <a:cxnSpLocks/>
          </p:cNvCxnSpPr>
          <p:nvPr/>
        </p:nvCxnSpPr>
        <p:spPr>
          <a:xfrm flipH="1" flipV="1">
            <a:off x="3989665" y="2181138"/>
            <a:ext cx="1136008" cy="830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C2BABA-FF47-4292-B3C2-9CD255575494}"/>
              </a:ext>
            </a:extLst>
          </p:cNvPr>
          <p:cNvCxnSpPr/>
          <p:nvPr/>
        </p:nvCxnSpPr>
        <p:spPr>
          <a:xfrm flipH="1">
            <a:off x="2979488" y="3689756"/>
            <a:ext cx="2347521" cy="880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1788D6D2-7501-46B8-BE4B-583BC224162F}"/>
              </a:ext>
            </a:extLst>
          </p:cNvPr>
          <p:cNvSpPr txBox="1">
            <a:spLocks/>
          </p:cNvSpPr>
          <p:nvPr/>
        </p:nvSpPr>
        <p:spPr>
          <a:xfrm>
            <a:off x="7435441" y="1593210"/>
            <a:ext cx="1938556" cy="3586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Necessary Equipment</a:t>
            </a:r>
            <a:endParaRPr lang="en-GB" sz="18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672DCE3-4752-4736-95D6-F3D0AB198090}"/>
              </a:ext>
            </a:extLst>
          </p:cNvPr>
          <p:cNvSpPr txBox="1">
            <a:spLocks/>
          </p:cNvSpPr>
          <p:nvPr/>
        </p:nvSpPr>
        <p:spPr>
          <a:xfrm>
            <a:off x="7529467" y="1918282"/>
            <a:ext cx="1750503" cy="4725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Computer</a:t>
            </a:r>
          </a:p>
          <a:p>
            <a:r>
              <a:rPr lang="en-US" sz="1800" dirty="0"/>
              <a:t>Internet</a:t>
            </a:r>
            <a:endParaRPr lang="en-GB" sz="18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8B03D4-6119-412A-8299-B5B012B31B76}"/>
              </a:ext>
            </a:extLst>
          </p:cNvPr>
          <p:cNvCxnSpPr/>
          <p:nvPr/>
        </p:nvCxnSpPr>
        <p:spPr>
          <a:xfrm flipV="1">
            <a:off x="6576969" y="2097597"/>
            <a:ext cx="771787" cy="115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5C74E9BE-C126-4389-9E3E-5C1518CDF716}"/>
              </a:ext>
            </a:extLst>
          </p:cNvPr>
          <p:cNvSpPr txBox="1">
            <a:spLocks/>
          </p:cNvSpPr>
          <p:nvPr/>
        </p:nvSpPr>
        <p:spPr>
          <a:xfrm>
            <a:off x="7429847" y="4287824"/>
            <a:ext cx="1750503" cy="3586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Benefits</a:t>
            </a:r>
            <a:endParaRPr lang="en-GB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3357AAE-A34D-4C54-A961-3D0284DB7B68}"/>
              </a:ext>
            </a:extLst>
          </p:cNvPr>
          <p:cNvSpPr txBox="1">
            <a:spLocks/>
          </p:cNvSpPr>
          <p:nvPr/>
        </p:nvSpPr>
        <p:spPr>
          <a:xfrm>
            <a:off x="7429847" y="4584232"/>
            <a:ext cx="1750503" cy="6728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Free Transport to and from College</a:t>
            </a:r>
          </a:p>
          <a:p>
            <a:r>
              <a:rPr lang="en-US" sz="1800" dirty="0"/>
              <a:t>Student Discount</a:t>
            </a:r>
          </a:p>
          <a:p>
            <a:r>
              <a:rPr lang="en-US" sz="1800" dirty="0"/>
              <a:t>Qualifications</a:t>
            </a:r>
            <a:endParaRPr lang="en-GB" sz="1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E84A16-28CE-4918-B383-331CFBC272CF}"/>
              </a:ext>
            </a:extLst>
          </p:cNvPr>
          <p:cNvCxnSpPr/>
          <p:nvPr/>
        </p:nvCxnSpPr>
        <p:spPr>
          <a:xfrm>
            <a:off x="6803472" y="3608314"/>
            <a:ext cx="725995" cy="712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0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25E100519F324B924EAA52D502CFF6" ma:contentTypeVersion="11" ma:contentTypeDescription="Create a new document." ma:contentTypeScope="" ma:versionID="84c9b2193c39630d30e1ba7e0e1090ed">
  <xsd:schema xmlns:xsd="http://www.w3.org/2001/XMLSchema" xmlns:xs="http://www.w3.org/2001/XMLSchema" xmlns:p="http://schemas.microsoft.com/office/2006/metadata/properties" xmlns:ns3="7ac2e845-e209-4bd0-8853-f0a40aad2acd" xmlns:ns4="9a569939-0db0-4e3c-aef4-73f7d3b1dd8b" targetNamespace="http://schemas.microsoft.com/office/2006/metadata/properties" ma:root="true" ma:fieldsID="d0f3f6c7ceec76639cce84c43032c5c0" ns3:_="" ns4:_="">
    <xsd:import namespace="7ac2e845-e209-4bd0-8853-f0a40aad2acd"/>
    <xsd:import namespace="9a569939-0db0-4e3c-aef4-73f7d3b1dd8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c2e845-e209-4bd0-8853-f0a40aad2a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69939-0db0-4e3c-aef4-73f7d3b1dd8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41DF34-48BF-45F2-AEAB-9BA19B7E6F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c2e845-e209-4bd0-8853-f0a40aad2acd"/>
    <ds:schemaRef ds:uri="9a569939-0db0-4e3c-aef4-73f7d3b1dd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DFA130F-2CB2-4B11-BA7E-902616D690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8D497F-E699-46A7-BD90-66AF891E7C2C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9a569939-0db0-4e3c-aef4-73f7d3b1dd8b"/>
    <ds:schemaRef ds:uri="7ac2e845-e209-4bd0-8853-f0a40aad2acd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36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Course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Details</dc:title>
  <dc:creator>Sebastian Archer</dc:creator>
  <cp:lastModifiedBy>Sebastian Archer</cp:lastModifiedBy>
  <cp:revision>10</cp:revision>
  <dcterms:created xsi:type="dcterms:W3CDTF">2022-01-10T09:43:51Z</dcterms:created>
  <dcterms:modified xsi:type="dcterms:W3CDTF">2022-01-13T10:40:41Z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0x010100E325E100519F324B924EAA52D502CFF6</vt:lpwstr>
  </property>
</Properties>
</file>