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3CE09-3C93-4C6A-B271-93848FAFF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41838-228B-436B-A2D7-C5E1E50DC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DE186-FFC3-4EB4-9F99-6977AADCF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B89A-E3EC-4FC9-81DD-E7DE4CAC8D1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4FB3D-BA11-4855-A8DB-E503E9746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CB962-823D-48FC-ADE3-57BCDE7DD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28CBE-E991-4302-AF4D-817B4E4D5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03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8C49E-1063-45C1-97D5-02DE207C2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09F3E-1B82-4D44-AE7A-CF5265070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AC78F-A5C7-4DF7-B382-2DCF65E2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B89A-E3EC-4FC9-81DD-E7DE4CAC8D1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FAB39-0025-4F35-9B98-74D59FAE8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E95D8-8EF8-4021-9F21-B7665A14E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28CBE-E991-4302-AF4D-817B4E4D5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511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33BF-1F46-4FAB-A667-43F25DC76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50C7A-AA75-4A8F-8EA9-044FEFCE6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231B6-F8FF-4D7B-B141-88D0D5BA3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B89A-E3EC-4FC9-81DD-E7DE4CAC8D1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9A9EB-8D05-4B52-97D0-0D4F02B23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2576-DF81-4F60-B6D6-640B907B3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28CBE-E991-4302-AF4D-817B4E4D5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108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B7A7E-0AEA-4BF7-8E6E-5CC2AD27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C8D35-15CB-40B7-82DA-CDE6B08D5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7F71F-49C3-42D7-A0E9-E0B77D51A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EC3B5-1B06-484F-9B3A-C964BE75D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B89A-E3EC-4FC9-81DD-E7DE4CAC8D1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C727B-3009-4175-9AEF-F0A3C4E4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B5F61-937E-4640-86DC-49E0B6F4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28CBE-E991-4302-AF4D-817B4E4D5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7277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9963D-E49A-4CCC-8AF3-BD3926F6D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73D01-677F-4598-BB69-A9C0C5FC7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8BF39-C62F-4FD0-9380-2733E62C0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89D39-7E8A-4AD2-B8EA-E6EB0487D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6523CF-E78B-4ADA-8AA5-96BAEF46A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1B8662-AF87-4463-A844-FC1A95D8F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B89A-E3EC-4FC9-81DD-E7DE4CAC8D1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0224F7-BF86-4D26-BE84-3A44E010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551A79-EBA7-4516-B02B-A83DC340F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28CBE-E991-4302-AF4D-817B4E4D5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54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7BD44-A335-44C2-9482-751619FD3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E9B45D-F404-44A4-B3BE-9BD75226A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B89A-E3EC-4FC9-81DD-E7DE4CAC8D1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F5F9A3-4B7B-4044-B53C-5E5C7DF65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361B3-5C8D-4DB7-B5FA-ADA3F3D4F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28CBE-E991-4302-AF4D-817B4E4D5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901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D94F9-C4BF-496E-9677-EB65C2CC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B89A-E3EC-4FC9-81DD-E7DE4CAC8D1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355617-A3DE-47B8-B4F0-4AEAAB04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F79A7-EBD8-4418-9919-B8520510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28CBE-E991-4302-AF4D-817B4E4D5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52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17878-888C-4C95-A113-B157B3676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DDDDB-F8F3-4FB5-81EF-44892641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00A1C-4D3F-4712-9E95-53450DE35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28BBB-1CF3-4CB8-ADA1-53F95D127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B89A-E3EC-4FC9-81DD-E7DE4CAC8D1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2643D-4865-4E9C-A78F-9ECA1F333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DFBB6-56D3-4BC4-A257-40345596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28CBE-E991-4302-AF4D-817B4E4D5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421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7004-7FE4-4336-86B5-2407A14FC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643BB1-9412-4834-B41C-34E021B9F6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F91C7-E0E8-407F-A418-13C2A0F67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EF186-9E4A-4C55-826F-91B99D86C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B89A-E3EC-4FC9-81DD-E7DE4CAC8D1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F2DB9-C81F-4AAD-A219-A32CBBA2E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5ABF4-EE9E-4CA9-9AB3-3BF7D90D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28CBE-E991-4302-AF4D-817B4E4D5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3143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4B1E4-86B2-4CB7-9509-2E3A76ABA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7E797-C3BB-4AA2-B137-CB870B0F8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8AFD-5B94-4669-9679-22A81D58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B89A-E3EC-4FC9-81DD-E7DE4CAC8D1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AEC7C-7C3B-4B38-A74E-3FE7EFDF7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51D97-A3CA-4C5A-9944-DDC3031BC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28CBE-E991-4302-AF4D-817B4E4D5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81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62F46-521F-4002-B951-762C44A817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A20B80-D327-46FC-BFB8-DB37C1DB7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71622-7B7B-4F13-91C8-3A51FCA0D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B89A-E3EC-4FC9-81DD-E7DE4CAC8D1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9B81F-9FF8-4FC7-9EBC-9CC178296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504C3-4393-4975-BA18-46B040D06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28CBE-E991-4302-AF4D-817B4E4D5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84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5CE007-2AAF-4CF6-8916-2331E6DF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09D33-3E14-49E0-82FB-F1039FE72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5226E-5191-4B5D-B13B-AC84189B4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5B89A-E3EC-4FC9-81DD-E7DE4CAC8D1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A103C-026F-4E49-B2B8-850220124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EC286-E644-4DFF-9421-8DC038DA7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28CBE-E991-4302-AF4D-817B4E4D5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038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97ED9B-C461-478E-BF08-5B9797C66E60}"/>
              </a:ext>
            </a:extLst>
          </p:cNvPr>
          <p:cNvSpPr/>
          <p:nvPr/>
        </p:nvSpPr>
        <p:spPr>
          <a:xfrm>
            <a:off x="260145" y="160635"/>
            <a:ext cx="33913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Storyboard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8C189F-8204-4FF4-9F2A-46784E2AC21D}"/>
              </a:ext>
            </a:extLst>
          </p:cNvPr>
          <p:cNvSpPr/>
          <p:nvPr/>
        </p:nvSpPr>
        <p:spPr>
          <a:xfrm>
            <a:off x="495300" y="1384300"/>
            <a:ext cx="2946400" cy="1866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2C1F7A-1AB2-4E17-A305-424EEB971DF6}"/>
              </a:ext>
            </a:extLst>
          </p:cNvPr>
          <p:cNvSpPr/>
          <p:nvPr/>
        </p:nvSpPr>
        <p:spPr>
          <a:xfrm>
            <a:off x="495300" y="4051300"/>
            <a:ext cx="2946400" cy="1866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ICT Level 2 is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47A396-6508-4D36-8FC6-795622D1EDAD}"/>
              </a:ext>
            </a:extLst>
          </p:cNvPr>
          <p:cNvSpPr/>
          <p:nvPr/>
        </p:nvSpPr>
        <p:spPr>
          <a:xfrm>
            <a:off x="4330700" y="4051300"/>
            <a:ext cx="2946400" cy="1866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 Units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BD551C-56F3-49FC-B227-73C1AE784C42}"/>
              </a:ext>
            </a:extLst>
          </p:cNvPr>
          <p:cNvSpPr/>
          <p:nvPr/>
        </p:nvSpPr>
        <p:spPr>
          <a:xfrm>
            <a:off x="4330700" y="1384300"/>
            <a:ext cx="2946400" cy="1866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we do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E5C43E-DA3A-42AD-A4A5-53D5F679224D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968500" y="3251200"/>
            <a:ext cx="0" cy="800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7D2BFE-96F3-4161-AEC6-92F61E694372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441700" y="4984750"/>
            <a:ext cx="889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945FA39-8DF7-40DD-AB62-7FB3C2AABA3C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V="1">
            <a:off x="5803900" y="3251200"/>
            <a:ext cx="0" cy="800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74DACB4-28E8-4232-B3BE-BA4F409B42D2}"/>
              </a:ext>
            </a:extLst>
          </p:cNvPr>
          <p:cNvSpPr/>
          <p:nvPr/>
        </p:nvSpPr>
        <p:spPr>
          <a:xfrm>
            <a:off x="8166100" y="1384300"/>
            <a:ext cx="2946400" cy="1866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 could do it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E33FA3-5EF4-40EB-9117-70E97C4131C8}"/>
              </a:ext>
            </a:extLst>
          </p:cNvPr>
          <p:cNvSpPr/>
          <p:nvPr/>
        </p:nvSpPr>
        <p:spPr>
          <a:xfrm>
            <a:off x="8204199" y="4051300"/>
            <a:ext cx="2946400" cy="1866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to join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62AF86D-884C-4726-8FCB-584442130955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7277100" y="2317750"/>
            <a:ext cx="889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23B39C-273F-4CF4-94B7-1D7503609C6C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9639300" y="3251200"/>
            <a:ext cx="38099" cy="800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583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Archer</dc:creator>
  <cp:lastModifiedBy>Sebastian Archer</cp:lastModifiedBy>
  <cp:revision>1</cp:revision>
  <dcterms:created xsi:type="dcterms:W3CDTF">2022-01-13T10:40:18Z</dcterms:created>
  <dcterms:modified xsi:type="dcterms:W3CDTF">2022-01-13T10:40:30Z</dcterms:modified>
</cp:coreProperties>
</file>