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60"/>
  </p:normalViewPr>
  <p:slideViewPr>
    <p:cSldViewPr snapToGrid="0">
      <p:cViewPr varScale="1">
        <p:scale>
          <a:sx n="58" d="100"/>
          <a:sy n="58" d="100"/>
        </p:scale>
        <p:origin x="4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7EC8-C315-4795-BE66-63CDE7DF8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18B22-6B7E-48E7-936C-6F7828596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CFC9-97A8-4352-B57B-EB6BE207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37D8-2DFC-407B-94E4-62C77CD1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59FBF-76B1-49FB-9F44-1443C17C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41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5A1B-9983-474F-983C-B6A9352D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7AD3-D2F3-4241-87C4-6CD2EEB71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E1C7E-1458-440F-831F-B95A2142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547DF-3E2A-42ED-B923-263A7A59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46A44-5D2C-4C6E-84E8-93551A17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60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BC3C-2167-409F-9942-064C11A1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A809-D326-4EE1-A479-DBB2E657F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CC3CF-3FB5-4714-824B-7E19F0DA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679F1-174D-4DD4-A3B0-25211C15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332C-5BFF-47E0-8398-7A8CCF7A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74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A2BF-A7F6-4EF6-B8B5-01EEC55C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0B0D-9B0F-43BF-8975-02F245932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4C6CB-32E8-4BB8-9258-3C41F5E6F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5B30-5B32-4A47-BCB1-025D182E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76525-A9BE-43AD-9035-6A862239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C12A5-1F00-48F5-9139-160C861C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68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17CE-8178-44E4-93E3-44FC87B3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F9EE0-5FA9-4B60-8FC0-8C81A6CD4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D98AE-3618-47D7-97E0-39416DDE2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4BF91-882E-4B0C-BEFF-4990087A5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B7A1E-0CC2-4BDD-B920-932967ECB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85031-4B4D-490A-8983-2E9175D7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6B84C-0A74-49A8-94E9-A9978D1C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D4F8D-9B29-4BAB-8757-B44C69CA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7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74EFC-A93E-49D3-AF57-B127FF8B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B4011-5595-4E92-B1FA-44F0C1CC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3C7CE-4012-467E-8381-44146287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543AE-B232-4EC4-AD03-C15426A3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88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D3014-FC00-404E-BD6F-AEBD66F1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139B1-91B4-4590-809F-5626EF61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105AA-32B2-44CA-A73A-68DCFC38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99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ECD1-92C7-4EE1-9EF1-F3229091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E80C-C86A-44F3-9CDB-82B09CFE5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0F0A5-9DD4-4024-83BF-74894C5A9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62166-A128-46A4-9FF0-58CEBDAB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66C91-6E25-4DAC-8D15-8585D3E1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C1F2-6F55-4443-B12F-28148905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65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0FC2-3C1D-4F09-B743-0936D7A6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F126A-4367-4F1D-B283-B3521F4D8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75735-AAD3-4CE6-A092-C2038B367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1A434-54B8-44DA-9DBF-140B51BF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B34C6-8280-41B8-9851-4451C6F4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871E2-63CC-4B1B-A75A-41D9862C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64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5DCD-C9DC-4AFF-B8EA-D63B4C39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49EEA-48C8-42DC-A969-2A616F52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B9E22-54BC-4119-BB7B-68BD90B2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AF96-4869-45DD-ABA9-9A7DF074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3C1C-06D7-4105-9F38-82603D0A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64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2E217-433C-4156-AECC-E537E292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3D48F-72CF-4CCE-8238-8A8F9457B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0346-070F-450C-B8C6-7B6EC7AB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1C7A-4514-4974-B833-FD5A46D0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EB8BA-B5D3-4386-9AA7-971B3FDD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34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E0FA8-2BEE-4EC9-9446-5AE5C26C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2DBCC-B701-4A30-B4B2-8FCED7B2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3A75-4A50-4E9B-8F76-B00F63719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9AA8-A0C0-4D0C-83C5-A37196473002}" type="datetimeFigureOut">
              <a:rPr lang="en-GB" smtClean="0"/>
              <a:t>24/01/2022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3206C-31F3-4954-927A-CFA7EC5E1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4C9D2-787F-4F5F-BB1D-8AAFC4E33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17892-CEF8-4C3A-A91B-2788C8357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91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EAC794-01AC-4B8D-8AB4-05929377656E}"/>
              </a:ext>
            </a:extLst>
          </p:cNvPr>
          <p:cNvSpPr txBox="1"/>
          <p:nvPr/>
        </p:nvSpPr>
        <p:spPr>
          <a:xfrm>
            <a:off x="5184371" y="3059668"/>
            <a:ext cx="182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Food Bank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42372-5E56-4DD7-8B93-2563D4D96036}"/>
              </a:ext>
            </a:extLst>
          </p:cNvPr>
          <p:cNvSpPr txBox="1"/>
          <p:nvPr/>
        </p:nvSpPr>
        <p:spPr>
          <a:xfrm>
            <a:off x="4957156" y="1514702"/>
            <a:ext cx="22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Travel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E9450-59B8-4B09-956D-33FC168AA52D}"/>
              </a:ext>
            </a:extLst>
          </p:cNvPr>
          <p:cNvSpPr txBox="1"/>
          <p:nvPr/>
        </p:nvSpPr>
        <p:spPr>
          <a:xfrm>
            <a:off x="8279476" y="3840338"/>
            <a:ext cx="22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5DCEC-0506-4F00-B75A-7398452EA570}"/>
              </a:ext>
            </a:extLst>
          </p:cNvPr>
          <p:cNvSpPr txBox="1"/>
          <p:nvPr/>
        </p:nvSpPr>
        <p:spPr>
          <a:xfrm>
            <a:off x="2496590" y="4209670"/>
            <a:ext cx="22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Times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BD35E-1E1C-4862-9482-DDEC0DF9FDA2}"/>
              </a:ext>
            </a:extLst>
          </p:cNvPr>
          <p:cNvSpPr txBox="1"/>
          <p:nvPr/>
        </p:nvSpPr>
        <p:spPr>
          <a:xfrm>
            <a:off x="7514704" y="1699368"/>
            <a:ext cx="22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they do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074BF-D624-4E02-8113-41C12148F67D}"/>
              </a:ext>
            </a:extLst>
          </p:cNvPr>
          <p:cNvSpPr txBox="1"/>
          <p:nvPr/>
        </p:nvSpPr>
        <p:spPr>
          <a:xfrm>
            <a:off x="2130830" y="2400342"/>
            <a:ext cx="227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they have</a:t>
            </a:r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8ABF06-4CF1-4515-BD43-CDEB744BFB47}"/>
              </a:ext>
            </a:extLst>
          </p:cNvPr>
          <p:cNvCxnSpPr/>
          <p:nvPr/>
        </p:nvCxnSpPr>
        <p:spPr>
          <a:xfrm flipH="1" flipV="1">
            <a:off x="5419898" y="1884034"/>
            <a:ext cx="182880" cy="1058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246371-A994-4BC3-B1FF-37E819D5CEE0}"/>
              </a:ext>
            </a:extLst>
          </p:cNvPr>
          <p:cNvCxnSpPr/>
          <p:nvPr/>
        </p:nvCxnSpPr>
        <p:spPr>
          <a:xfrm flipV="1">
            <a:off x="6650182" y="2068700"/>
            <a:ext cx="1133303" cy="99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ED929A-3884-4968-B051-9D4F5C941FC2}"/>
              </a:ext>
            </a:extLst>
          </p:cNvPr>
          <p:cNvCxnSpPr/>
          <p:nvPr/>
        </p:nvCxnSpPr>
        <p:spPr>
          <a:xfrm flipH="1" flipV="1">
            <a:off x="3897284" y="2769674"/>
            <a:ext cx="1059872" cy="474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925297-6E57-4F70-BB54-4F9B565E90AC}"/>
              </a:ext>
            </a:extLst>
          </p:cNvPr>
          <p:cNvCxnSpPr/>
          <p:nvPr/>
        </p:nvCxnSpPr>
        <p:spPr>
          <a:xfrm flipH="1">
            <a:off x="4130733" y="3607724"/>
            <a:ext cx="1053638" cy="60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525124-088C-444F-B5AD-FE8F6DEA10C9}"/>
              </a:ext>
            </a:extLst>
          </p:cNvPr>
          <p:cNvCxnSpPr/>
          <p:nvPr/>
        </p:nvCxnSpPr>
        <p:spPr>
          <a:xfrm>
            <a:off x="6650182" y="3545963"/>
            <a:ext cx="1463040" cy="479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68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Archer</dc:creator>
  <cp:lastModifiedBy>Sebastian Archer</cp:lastModifiedBy>
  <cp:revision>1</cp:revision>
  <dcterms:created xsi:type="dcterms:W3CDTF">2022-01-24T15:37:23Z</dcterms:created>
  <dcterms:modified xsi:type="dcterms:W3CDTF">2022-01-24T15:39:21Z</dcterms:modified>
</cp:coreProperties>
</file>