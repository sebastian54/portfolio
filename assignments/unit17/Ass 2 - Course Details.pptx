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F94FC-48E3-41C4-925A-7ED69AB93E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EABA3C-C36E-41DC-9AB8-C57EA7871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AB76E-B27D-4337-9CCF-F66712B98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DBB6-C115-46CA-AB6C-B2FAE61FF269}" type="datetimeFigureOut">
              <a:rPr lang="en-GB" smtClean="0"/>
              <a:t>13/01/2022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C46C5-186C-4E41-9937-49E3B5CE5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B1886-F2D0-4135-B10D-A8B48AF7D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91B8-2CF9-4AC0-96B0-D4CF9A1C08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0727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C2F9A-C6C5-4046-9544-73C97E860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FCE09-3E8F-4714-AB5A-A7AE1DCAE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8042D-CC3A-4887-A9C1-9E3DA590E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DBB6-C115-46CA-AB6C-B2FAE61FF269}" type="datetimeFigureOut">
              <a:rPr lang="en-GB" smtClean="0"/>
              <a:t>13/01/2022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EAE25-B9AB-4B3C-97AF-F9D0D7F46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A9BE6-C94F-4B99-80A4-0EFB1A9D8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91B8-2CF9-4AC0-96B0-D4CF9A1C08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7988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8786B-DCC0-4119-AFD9-E305DFC55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00602A-A579-4650-9550-8F2F5186AC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CD7F3-F046-41A7-9D77-AE46118DF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DBB6-C115-46CA-AB6C-B2FAE61FF269}" type="datetimeFigureOut">
              <a:rPr lang="en-GB" smtClean="0"/>
              <a:t>13/01/2022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FCF26-F3FD-46B5-9F3E-0DEB36FA5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5489F-787A-406F-A2FE-92E3250D8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91B8-2CF9-4AC0-96B0-D4CF9A1C08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9495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3A620-C1A3-480C-8A5C-16ECCBC46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66D61-C782-46D1-A630-A1135BE07E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6B453B-C682-43B2-9E31-54DCB07CCD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6705D-C0C0-4706-8858-EB9131D21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DBB6-C115-46CA-AB6C-B2FAE61FF269}" type="datetimeFigureOut">
              <a:rPr lang="en-GB" smtClean="0"/>
              <a:t>13/01/2022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BF6C82-54DB-4CAD-AAEB-74F912C9B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B7A14D-11B7-4D48-8FE3-97DE1ECEF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91B8-2CF9-4AC0-96B0-D4CF9A1C08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8071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89DEC-9AF5-468C-9151-F1A70BB00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666BBA-8C50-423E-AE82-3072B2337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FF60A3-6B1B-4C5B-BCB3-EED045A909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8F9A5B-6989-4620-B9A3-7870D93815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E1B787-57C7-4DE8-9E08-E778EE1715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81D5F4-3871-4FEA-8709-6C792C8AA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DBB6-C115-46CA-AB6C-B2FAE61FF269}" type="datetimeFigureOut">
              <a:rPr lang="en-GB" smtClean="0"/>
              <a:t>13/01/2022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CDB2F9-53A4-4E1C-806C-4AC4EC717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2BD938-CDA3-4E06-BDDA-6C1CE8E48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91B8-2CF9-4AC0-96B0-D4CF9A1C08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58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689A2-2F4E-47C5-932A-67B1BE2DB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F9325A-2E9A-401C-9D01-65AD33A38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DBB6-C115-46CA-AB6C-B2FAE61FF269}" type="datetimeFigureOut">
              <a:rPr lang="en-GB" smtClean="0"/>
              <a:t>13/01/2022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B9CE6C-5B3C-4372-B519-14DCB99D8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EF046D-E09D-485E-8433-C4D86FC34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91B8-2CF9-4AC0-96B0-D4CF9A1C08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3339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9F2A09-5A67-4C40-92F6-E81F1BDEB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DBB6-C115-46CA-AB6C-B2FAE61FF269}" type="datetimeFigureOut">
              <a:rPr lang="en-GB" smtClean="0"/>
              <a:t>13/01/2022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5A1CF6-8BB6-4608-B4CF-CFA4E67AA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C1355B-3B89-4ACF-8026-8BF4F4EFD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91B8-2CF9-4AC0-96B0-D4CF9A1C08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1030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09333-7A79-4B2C-9CCD-D7915C8DF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14662-2711-409D-B66E-A11F028C3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B0E24E-DB7A-4C11-9C03-A8F2B4BED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6E677C-C4C7-4D2F-A39B-8C947F871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DBB6-C115-46CA-AB6C-B2FAE61FF269}" type="datetimeFigureOut">
              <a:rPr lang="en-GB" smtClean="0"/>
              <a:t>13/01/2022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E6857B-099E-4CE9-B21E-E5E5D2CC6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4495D-EE69-4EF1-A2C7-502F771AA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91B8-2CF9-4AC0-96B0-D4CF9A1C08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7329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EEAC3-E31F-45C6-A4B8-3C52687FC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AB6E0B-56CF-43EC-A9AE-C25C412F85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4F999-0940-4CFE-A3AD-E674B1D9B0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C368A0-7F35-4538-BA6E-AD303C319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DBB6-C115-46CA-AB6C-B2FAE61FF269}" type="datetimeFigureOut">
              <a:rPr lang="en-GB" smtClean="0"/>
              <a:t>13/01/2022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772846-BF5D-4423-AA75-070D1D495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E525C1-2A62-4202-9CA5-7E843F1DA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91B8-2CF9-4AC0-96B0-D4CF9A1C08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280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28943-A8A6-409A-B0CB-E779DF177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D8EA61-27EA-407A-BB2B-1105DF366F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AE356-8009-4D8F-9C13-C5914B6F7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DBB6-C115-46CA-AB6C-B2FAE61FF269}" type="datetimeFigureOut">
              <a:rPr lang="en-GB" smtClean="0"/>
              <a:t>13/01/2022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EC4706-ED70-4F83-BB04-321710F72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0CE3E-05BC-499A-9185-ACBFC7381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91B8-2CF9-4AC0-96B0-D4CF9A1C08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6145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D84C56-AAEC-4B1B-B817-B993D91709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B4C270-1EA6-4F90-9C9A-7A2C1CDCFD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41FC1-E28D-4910-AE8E-9876E14E3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DBB6-C115-46CA-AB6C-B2FAE61FF269}" type="datetimeFigureOut">
              <a:rPr lang="en-GB" smtClean="0"/>
              <a:t>13/01/2022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375C6-55B1-45CC-8DC7-1163F83C1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594F2-12D0-4C04-9509-7A28E06ED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91B8-2CF9-4AC0-96B0-D4CF9A1C08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1615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F1E6EC-D292-426B-8D40-1478054C7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6123E5-1CA1-4A64-899A-5753CCC88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F61B3-4B7E-4133-B253-F2F8DD053A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E1DBB6-C115-46CA-AB6C-B2FAE61FF269}" type="datetimeFigureOut">
              <a:rPr lang="en-GB" smtClean="0"/>
              <a:t>13/01/2022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3160C-6BBB-40EE-9744-83A53D0470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0E50F-7CC3-489F-BE55-BAF54BE0E6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491B8-2CF9-4AC0-96B0-D4CF9A1C08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4557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1D226-4866-41B6-BEC0-CD7ACE8D9F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20748" y="3249685"/>
            <a:ext cx="1750503" cy="358629"/>
          </a:xfrm>
        </p:spPr>
        <p:txBody>
          <a:bodyPr>
            <a:normAutofit fontScale="90000"/>
          </a:bodyPr>
          <a:lstStyle/>
          <a:p>
            <a:r>
              <a:rPr lang="en-US" sz="2000" dirty="0"/>
              <a:t>Course Details</a:t>
            </a:r>
            <a:endParaRPr lang="en-GB" sz="2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CC95E17-3C05-4D0E-824C-8322E8FF3995}"/>
              </a:ext>
            </a:extLst>
          </p:cNvPr>
          <p:cNvSpPr txBox="1">
            <a:spLocks/>
          </p:cNvSpPr>
          <p:nvPr/>
        </p:nvSpPr>
        <p:spPr>
          <a:xfrm>
            <a:off x="2598489" y="1380339"/>
            <a:ext cx="1750503" cy="35862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Qualifications:</a:t>
            </a:r>
            <a:endParaRPr lang="en-GB" sz="18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27D92AE-D8E2-45E8-926C-B869FE6D72C8}"/>
              </a:ext>
            </a:extLst>
          </p:cNvPr>
          <p:cNvSpPr txBox="1">
            <a:spLocks/>
          </p:cNvSpPr>
          <p:nvPr/>
        </p:nvSpPr>
        <p:spPr>
          <a:xfrm>
            <a:off x="2598488" y="1738968"/>
            <a:ext cx="1750503" cy="35862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Diploma</a:t>
            </a:r>
            <a:endParaRPr lang="en-GB" sz="18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0C1EBFF-2B58-42DA-A7C3-DB11C3E8E4A6}"/>
              </a:ext>
            </a:extLst>
          </p:cNvPr>
          <p:cNvSpPr txBox="1">
            <a:spLocks/>
          </p:cNvSpPr>
          <p:nvPr/>
        </p:nvSpPr>
        <p:spPr>
          <a:xfrm>
            <a:off x="847288" y="4570600"/>
            <a:ext cx="1750503" cy="35862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Who are our Tutors?</a:t>
            </a:r>
            <a:endParaRPr lang="en-GB" sz="18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55F7150-0C27-43C1-8292-3A17FE246F24}"/>
              </a:ext>
            </a:extLst>
          </p:cNvPr>
          <p:cNvSpPr txBox="1">
            <a:spLocks/>
          </p:cNvSpPr>
          <p:nvPr/>
        </p:nvSpPr>
        <p:spPr>
          <a:xfrm>
            <a:off x="847287" y="4925731"/>
            <a:ext cx="1750503" cy="106435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Richard Hayter</a:t>
            </a:r>
          </a:p>
          <a:p>
            <a:r>
              <a:rPr lang="en-US" sz="1600" dirty="0"/>
              <a:t>Maxine Stone</a:t>
            </a:r>
          </a:p>
          <a:p>
            <a:r>
              <a:rPr lang="en-US" sz="1600" dirty="0"/>
              <a:t>Scott Russell</a:t>
            </a:r>
          </a:p>
          <a:p>
            <a:r>
              <a:rPr lang="en-US" sz="1600" dirty="0"/>
              <a:t>Sian Williams</a:t>
            </a:r>
          </a:p>
          <a:p>
            <a:r>
              <a:rPr lang="en-US" sz="1600" dirty="0"/>
              <a:t>Karl Evans</a:t>
            </a:r>
          </a:p>
          <a:p>
            <a:r>
              <a:rPr lang="en-US" sz="1600" dirty="0"/>
              <a:t>Amy </a:t>
            </a:r>
            <a:r>
              <a:rPr lang="en-US" sz="1600" dirty="0" err="1"/>
              <a:t>Knibbs</a:t>
            </a:r>
            <a:endParaRPr lang="en-GB" sz="16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4DC3ED4-2D49-4AE9-BD80-F25618698032}"/>
              </a:ext>
            </a:extLst>
          </p:cNvPr>
          <p:cNvCxnSpPr>
            <a:cxnSpLocks/>
          </p:cNvCxnSpPr>
          <p:nvPr/>
        </p:nvCxnSpPr>
        <p:spPr>
          <a:xfrm flipH="1" flipV="1">
            <a:off x="3989665" y="2181138"/>
            <a:ext cx="1136008" cy="8305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7C2BABA-FF47-4292-B3C2-9CD255575494}"/>
              </a:ext>
            </a:extLst>
          </p:cNvPr>
          <p:cNvCxnSpPr/>
          <p:nvPr/>
        </p:nvCxnSpPr>
        <p:spPr>
          <a:xfrm flipH="1">
            <a:off x="2979488" y="3689756"/>
            <a:ext cx="2347521" cy="8808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1788D6D2-7501-46B8-BE4B-583BC224162F}"/>
              </a:ext>
            </a:extLst>
          </p:cNvPr>
          <p:cNvSpPr txBox="1">
            <a:spLocks/>
          </p:cNvSpPr>
          <p:nvPr/>
        </p:nvSpPr>
        <p:spPr>
          <a:xfrm>
            <a:off x="7435441" y="1593210"/>
            <a:ext cx="1938556" cy="35862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Necessary Equipment</a:t>
            </a:r>
            <a:endParaRPr lang="en-GB" sz="1800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672DCE3-4752-4736-95D6-F3D0AB198090}"/>
              </a:ext>
            </a:extLst>
          </p:cNvPr>
          <p:cNvSpPr txBox="1">
            <a:spLocks/>
          </p:cNvSpPr>
          <p:nvPr/>
        </p:nvSpPr>
        <p:spPr>
          <a:xfrm>
            <a:off x="7529467" y="1918282"/>
            <a:ext cx="1750503" cy="47258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Computer</a:t>
            </a:r>
          </a:p>
          <a:p>
            <a:r>
              <a:rPr lang="en-US" sz="1800" dirty="0"/>
              <a:t>Internet</a:t>
            </a:r>
            <a:endParaRPr lang="en-GB" sz="18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A8B03D4-6119-412A-8299-B5B012B31B76}"/>
              </a:ext>
            </a:extLst>
          </p:cNvPr>
          <p:cNvCxnSpPr/>
          <p:nvPr/>
        </p:nvCxnSpPr>
        <p:spPr>
          <a:xfrm flipV="1">
            <a:off x="6576969" y="2097597"/>
            <a:ext cx="771787" cy="1152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5C74E9BE-C126-4389-9E3E-5C1518CDF716}"/>
              </a:ext>
            </a:extLst>
          </p:cNvPr>
          <p:cNvSpPr txBox="1">
            <a:spLocks/>
          </p:cNvSpPr>
          <p:nvPr/>
        </p:nvSpPr>
        <p:spPr>
          <a:xfrm>
            <a:off x="7429847" y="4287824"/>
            <a:ext cx="1750503" cy="35862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3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Benefits</a:t>
            </a:r>
            <a:endParaRPr lang="en-GB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F3357AAE-A34D-4C54-A961-3D0284DB7B68}"/>
              </a:ext>
            </a:extLst>
          </p:cNvPr>
          <p:cNvSpPr txBox="1">
            <a:spLocks/>
          </p:cNvSpPr>
          <p:nvPr/>
        </p:nvSpPr>
        <p:spPr>
          <a:xfrm>
            <a:off x="7429847" y="4584232"/>
            <a:ext cx="1750503" cy="67287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Free Transport to and from College</a:t>
            </a:r>
          </a:p>
          <a:p>
            <a:r>
              <a:rPr lang="en-US" sz="1800" dirty="0"/>
              <a:t>Student Discount</a:t>
            </a:r>
          </a:p>
          <a:p>
            <a:r>
              <a:rPr lang="en-US" sz="1800" dirty="0"/>
              <a:t>Qualifications</a:t>
            </a:r>
            <a:endParaRPr lang="en-GB" sz="18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EE84A16-28CE-4918-B383-331CFBC272CF}"/>
              </a:ext>
            </a:extLst>
          </p:cNvPr>
          <p:cNvCxnSpPr/>
          <p:nvPr/>
        </p:nvCxnSpPr>
        <p:spPr>
          <a:xfrm>
            <a:off x="6803472" y="3608314"/>
            <a:ext cx="725995" cy="712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103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F178032-FF42-46A6-86A0-CBA9AAEB59BA}"/>
              </a:ext>
            </a:extLst>
          </p:cNvPr>
          <p:cNvSpPr/>
          <p:nvPr/>
        </p:nvSpPr>
        <p:spPr>
          <a:xfrm>
            <a:off x="260145" y="160635"/>
            <a:ext cx="33913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Storyboard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FA0783-12C3-4C93-93E7-F410F429E484}"/>
              </a:ext>
            </a:extLst>
          </p:cNvPr>
          <p:cNvSpPr/>
          <p:nvPr/>
        </p:nvSpPr>
        <p:spPr>
          <a:xfrm>
            <a:off x="495300" y="1384300"/>
            <a:ext cx="2946400" cy="1866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Introduction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597663-7A74-49A4-A20B-197B68C42545}"/>
              </a:ext>
            </a:extLst>
          </p:cNvPr>
          <p:cNvSpPr/>
          <p:nvPr/>
        </p:nvSpPr>
        <p:spPr>
          <a:xfrm>
            <a:off x="495300" y="4051300"/>
            <a:ext cx="2946400" cy="1866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ICT Level 2 is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15D28D-9DD8-4EB7-AB28-F8397BED3531}"/>
              </a:ext>
            </a:extLst>
          </p:cNvPr>
          <p:cNvSpPr/>
          <p:nvPr/>
        </p:nvSpPr>
        <p:spPr>
          <a:xfrm>
            <a:off x="4330700" y="4051300"/>
            <a:ext cx="2946400" cy="1866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Different Units</a:t>
            </a: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12745A-BDD7-444B-BB3F-0007C5D0ACA0}"/>
              </a:ext>
            </a:extLst>
          </p:cNvPr>
          <p:cNvSpPr/>
          <p:nvPr/>
        </p:nvSpPr>
        <p:spPr>
          <a:xfrm>
            <a:off x="4330700" y="1384300"/>
            <a:ext cx="2946400" cy="1866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we do</a:t>
            </a:r>
            <a:endParaRPr lang="en-GB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72D9E7E-92C6-4F6E-B668-C35FDB6B1B09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1968500" y="3251200"/>
            <a:ext cx="0" cy="800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8C7CC8D-BE16-4DA9-8B1A-011B642A7C66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3441700" y="4984750"/>
            <a:ext cx="889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D1FF543-E4C0-4AD1-B98E-297B7EC7F47D}"/>
              </a:ext>
            </a:extLst>
          </p:cNvPr>
          <p:cNvCxnSpPr>
            <a:stCxn id="7" idx="0"/>
            <a:endCxn id="8" idx="2"/>
          </p:cNvCxnSpPr>
          <p:nvPr/>
        </p:nvCxnSpPr>
        <p:spPr>
          <a:xfrm flipV="1">
            <a:off x="5803900" y="3251200"/>
            <a:ext cx="0" cy="800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7A34E92-DD33-4307-8148-8A18BDFE2A5B}"/>
              </a:ext>
            </a:extLst>
          </p:cNvPr>
          <p:cNvSpPr/>
          <p:nvPr/>
        </p:nvSpPr>
        <p:spPr>
          <a:xfrm>
            <a:off x="8166100" y="1384300"/>
            <a:ext cx="2946400" cy="1866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Who could do it</a:t>
            </a:r>
            <a:endParaRPr lang="en-GB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878E42-0D40-40D4-A7DB-5A0FE2D6A14F}"/>
              </a:ext>
            </a:extLst>
          </p:cNvPr>
          <p:cNvSpPr/>
          <p:nvPr/>
        </p:nvSpPr>
        <p:spPr>
          <a:xfrm>
            <a:off x="8204199" y="4051300"/>
            <a:ext cx="2946400" cy="1866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How to join</a:t>
            </a:r>
            <a:endParaRPr lang="en-GB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1627AA7-618A-40DA-847F-3942BB7B66CF}"/>
              </a:ext>
            </a:extLst>
          </p:cNvPr>
          <p:cNvCxnSpPr>
            <a:stCxn id="8" idx="3"/>
            <a:endCxn id="15" idx="1"/>
          </p:cNvCxnSpPr>
          <p:nvPr/>
        </p:nvCxnSpPr>
        <p:spPr>
          <a:xfrm>
            <a:off x="7277100" y="2317750"/>
            <a:ext cx="889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9D0A6CD-A992-4743-BCBE-6120F6CB5580}"/>
              </a:ext>
            </a:extLst>
          </p:cNvPr>
          <p:cNvCxnSpPr>
            <a:stCxn id="15" idx="2"/>
            <a:endCxn id="16" idx="0"/>
          </p:cNvCxnSpPr>
          <p:nvPr/>
        </p:nvCxnSpPr>
        <p:spPr>
          <a:xfrm>
            <a:off x="9639300" y="3251200"/>
            <a:ext cx="38099" cy="800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1023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25E100519F324B924EAA52D502CFF6" ma:contentTypeVersion="11" ma:contentTypeDescription="Create a new document." ma:contentTypeScope="" ma:versionID="84c9b2193c39630d30e1ba7e0e1090ed">
  <xsd:schema xmlns:xsd="http://www.w3.org/2001/XMLSchema" xmlns:xs="http://www.w3.org/2001/XMLSchema" xmlns:p="http://schemas.microsoft.com/office/2006/metadata/properties" xmlns:ns3="7ac2e845-e209-4bd0-8853-f0a40aad2acd" xmlns:ns4="9a569939-0db0-4e3c-aef4-73f7d3b1dd8b" targetNamespace="http://schemas.microsoft.com/office/2006/metadata/properties" ma:root="true" ma:fieldsID="d0f3f6c7ceec76639cce84c43032c5c0" ns3:_="" ns4:_="">
    <xsd:import namespace="7ac2e845-e209-4bd0-8853-f0a40aad2acd"/>
    <xsd:import namespace="9a569939-0db0-4e3c-aef4-73f7d3b1dd8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c2e845-e209-4bd0-8853-f0a40aad2ac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569939-0db0-4e3c-aef4-73f7d3b1dd8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341DF34-48BF-45F2-AEAB-9BA19B7E6F9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ac2e845-e209-4bd0-8853-f0a40aad2acd"/>
    <ds:schemaRef ds:uri="9a569939-0db0-4e3c-aef4-73f7d3b1dd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DFA130F-2CB2-4B11-BA7E-902616D690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B8D497F-E699-46A7-BD90-66AF891E7C2C}">
  <ds:schemaRefs>
    <ds:schemaRef ds:uri="http://schemas.microsoft.com/office/2006/documentManagement/types"/>
    <ds:schemaRef ds:uri="http://schemas.microsoft.com/office/2006/metadata/properties"/>
    <ds:schemaRef ds:uri="9a569939-0db0-4e3c-aef4-73f7d3b1dd8b"/>
    <ds:schemaRef ds:uri="http://www.w3.org/XML/1998/namespace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fopath/2007/PartnerControls"/>
    <ds:schemaRef ds:uri="7ac2e845-e209-4bd0-8853-f0a40aad2acd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55</Words>
  <Application>Microsoft Office PowerPoint</Application>
  <PresentationFormat>Widescreen</PresentationFormat>
  <Paragraphs>24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Course Details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Details</dc:title>
  <dc:creator>Sebastian Archer</dc:creator>
  <cp:lastModifiedBy>Sebastian Archer</cp:lastModifiedBy>
  <cp:revision>9</cp:revision>
  <dcterms:created xsi:type="dcterms:W3CDTF">2022-01-10T09:43:51Z</dcterms:created>
  <dcterms:modified xsi:type="dcterms:W3CDTF">2022-01-13T10:39:37Z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0x010100E325E100519F324B924EAA52D502CFF6</vt:lpwstr>
  </property>
</Properties>
</file>