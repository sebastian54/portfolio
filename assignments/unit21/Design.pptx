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31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Archer" userId="86a15a89-88d3-4c17-ad5c-d158eeb765a3" providerId="ADAL" clId="{AC2E5860-F92A-4F18-8595-DFE6265934D7}"/>
    <pc:docChg chg="undo custSel modSld">
      <pc:chgData name="Sebastian Archer" userId="86a15a89-88d3-4c17-ad5c-d158eeb765a3" providerId="ADAL" clId="{AC2E5860-F92A-4F18-8595-DFE6265934D7}" dt="2022-03-03T13:40:49.829" v="70" actId="1076"/>
      <pc:docMkLst>
        <pc:docMk/>
      </pc:docMkLst>
      <pc:sldChg chg="addSp delSp modSp">
        <pc:chgData name="Sebastian Archer" userId="86a15a89-88d3-4c17-ad5c-d158eeb765a3" providerId="ADAL" clId="{AC2E5860-F92A-4F18-8595-DFE6265934D7}" dt="2022-03-03T13:40:49.829" v="70" actId="1076"/>
        <pc:sldMkLst>
          <pc:docMk/>
          <pc:sldMk cId="3494739319" sldId="256"/>
        </pc:sldMkLst>
        <pc:spChg chg="mod">
          <ac:chgData name="Sebastian Archer" userId="86a15a89-88d3-4c17-ad5c-d158eeb765a3" providerId="ADAL" clId="{AC2E5860-F92A-4F18-8595-DFE6265934D7}" dt="2022-03-03T13:40:40.326" v="65" actId="1076"/>
          <ac:spMkLst>
            <pc:docMk/>
            <pc:sldMk cId="3494739319" sldId="256"/>
            <ac:spMk id="6" creationId="{50DAAAF3-C112-4E63-BDB2-05977C249D01}"/>
          </ac:spMkLst>
        </pc:spChg>
        <pc:spChg chg="mod">
          <ac:chgData name="Sebastian Archer" userId="86a15a89-88d3-4c17-ad5c-d158eeb765a3" providerId="ADAL" clId="{AC2E5860-F92A-4F18-8595-DFE6265934D7}" dt="2022-03-03T13:40:42.998" v="66" actId="1076"/>
          <ac:spMkLst>
            <pc:docMk/>
            <pc:sldMk cId="3494739319" sldId="256"/>
            <ac:spMk id="7" creationId="{8BEC174D-1041-4810-8DF7-56E8548DEA58}"/>
          </ac:spMkLst>
        </pc:spChg>
        <pc:spChg chg="add mod">
          <ac:chgData name="Sebastian Archer" userId="86a15a89-88d3-4c17-ad5c-d158eeb765a3" providerId="ADAL" clId="{AC2E5860-F92A-4F18-8595-DFE6265934D7}" dt="2022-03-03T13:38:24.444" v="25" actId="1076"/>
          <ac:spMkLst>
            <pc:docMk/>
            <pc:sldMk cId="3494739319" sldId="256"/>
            <ac:spMk id="9" creationId="{DC1B60D2-7A8D-43C4-B06D-275269874723}"/>
          </ac:spMkLst>
        </pc:spChg>
        <pc:picChg chg="add del mod">
          <ac:chgData name="Sebastian Archer" userId="86a15a89-88d3-4c17-ad5c-d158eeb765a3" providerId="ADAL" clId="{AC2E5860-F92A-4F18-8595-DFE6265934D7}" dt="2022-03-03T13:40:23.602" v="57" actId="478"/>
          <ac:picMkLst>
            <pc:docMk/>
            <pc:sldMk cId="3494739319" sldId="256"/>
            <ac:picMk id="2" creationId="{C8EA949E-43CB-4D45-A1A3-3F37F7A38D70}"/>
          </ac:picMkLst>
        </pc:picChg>
        <pc:picChg chg="add del mod">
          <ac:chgData name="Sebastian Archer" userId="86a15a89-88d3-4c17-ad5c-d158eeb765a3" providerId="ADAL" clId="{AC2E5860-F92A-4F18-8595-DFE6265934D7}" dt="2022-03-03T13:40:07.153" v="45" actId="931"/>
          <ac:picMkLst>
            <pc:docMk/>
            <pc:sldMk cId="3494739319" sldId="256"/>
            <ac:picMk id="4" creationId="{8C4DB633-F846-4275-9EC4-04F1493417E5}"/>
          </ac:picMkLst>
        </pc:picChg>
        <pc:picChg chg="add mod">
          <ac:chgData name="Sebastian Archer" userId="86a15a89-88d3-4c17-ad5c-d158eeb765a3" providerId="ADAL" clId="{AC2E5860-F92A-4F18-8595-DFE6265934D7}" dt="2022-03-03T13:40:49.829" v="70" actId="1076"/>
          <ac:picMkLst>
            <pc:docMk/>
            <pc:sldMk cId="3494739319" sldId="256"/>
            <ac:picMk id="10" creationId="{EF2D3C0F-E8C1-4167-82D2-7F3D79BE4AC2}"/>
          </ac:picMkLst>
        </pc:picChg>
        <pc:picChg chg="mod">
          <ac:chgData name="Sebastian Archer" userId="86a15a89-88d3-4c17-ad5c-d158eeb765a3" providerId="ADAL" clId="{AC2E5860-F92A-4F18-8595-DFE6265934D7}" dt="2022-03-03T13:40:44.827" v="69" actId="1076"/>
          <ac:picMkLst>
            <pc:docMk/>
            <pc:sldMk cId="3494739319" sldId="256"/>
            <ac:picMk id="1026" creationId="{19A44757-410E-4E7F-83FB-2A9262E45B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BA41-6005-4EB8-8813-8A5BC6A45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5660A-33A6-4D20-A64B-BF070395E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13E84-7E6A-405D-B8CE-3B8A36405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921A2-A034-4818-AD8F-6905B01F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95ECA-34C7-41BE-86A5-31AEB9CA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51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6EAB-2FEE-4214-A93E-0CD71E09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E1C21-6DF8-49C0-A294-287F13833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5B9B-38D0-4FCE-AD01-DD6C8E14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54D85-A5AD-4D7C-B834-ABDA61E5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7FD70-3CDA-45C7-BB98-0C4B01F2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72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3BC0-BDAF-4EB0-A714-5CC3F7E6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31974-D4DB-4A3A-A4B5-95B2D8F36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48F8C-A77B-471F-8189-028BCECE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121D5-7372-43B0-A795-CAB6FEC2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8768F-F37F-4BE9-A51F-490D5EFAF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34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5319-9526-404F-A5DD-08F59160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E5180-8652-4CA4-9486-E8288DBE3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6E397-3AAC-4713-BA5F-44DE47D90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C636D-7BFB-44B4-9ED5-788E9487B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82C85-48CA-4C16-91C9-DA6F58AF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EA6E7-FAC3-496A-BC5D-3D5184D1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06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F17D-898F-4658-965D-6D5A3762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A97E2-575E-4BD4-8667-F5552B28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29507-F59C-48D1-B3DF-23584F20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EFCBD-909A-48AF-8EE4-2F5ABF780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8310D-0527-48A8-8EEC-92F22C319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36BD7-68F3-4125-BE81-688AB1B7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0CEA2-0502-4E22-8A93-BBB2E522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22C7C-FFE3-4680-AFAB-6DAD6C77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86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90BD-0E3A-4D61-9572-C062CDE8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67058-C933-4AE8-AB1D-4E74EA1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21EE2-22E0-4503-A24B-22BA3CB33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66078-3D61-41BD-9ADB-1208739F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245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D5D326-782D-4DBB-A3AD-D71478EA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09A70-EC14-476F-89A5-1FBA2CF4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80EA2-64C5-4C78-B14E-E1F05D55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46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2C52-5423-4A30-BBF8-FA75938B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1295D-21B6-40B8-B6EF-FF6C4820E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86302-8F83-44D7-BA9F-F44BD45B8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72D73-BAE3-4518-ADFE-77408346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DE92F-2E61-43AF-BF89-2B587B15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F6519-5F52-4171-9424-33A18E90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79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A20E-94C6-48BC-B424-F225B3BD2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1DEE6-C685-4A2A-8B6D-EE4BCAA34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57D96-8474-4DE2-9F2F-0CD8F9F32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0B21B-EDB9-4F72-9E03-24494324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D50F4-A0D3-40B1-AA03-55EB0B94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0F743-3582-4040-A0E0-0ED624D2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04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C749-33B5-4218-91AE-DFDC135B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84717E-C1EE-4DB9-987B-AEBB3BA45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BBB6-EF3F-44AF-A5A9-C9921EDE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A6E44-8912-4C53-B5C7-30A078FA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74600-3198-45C1-8A33-F8084480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67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EF4A3-5BCC-4D93-BE1A-CF5EF3C19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019A4-DA55-4A5D-A21B-5452F777B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CC5DC-6E27-4010-8405-FEBCC1C0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6B80D-1930-49BF-B92D-746C103C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192AE-784E-4C5D-B61A-1B72DBA1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43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36F5F-D12B-4288-A440-C21AF099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7A06A-A7A4-4206-A3E0-D028DC3EC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ADD73-732A-4CA4-B0AF-2EBEE9150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3C8FE-3C7C-4CC8-AB80-B4DF9B4AB3ED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7CD81-CDB2-4255-9C60-98FB67666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A00BF-BE7B-4144-9603-9F9B69FE8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F3866-348B-416F-A6A2-65DC877F34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680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phone X Screen Mockup transparent PNG - StickPNG">
            <a:extLst>
              <a:ext uri="{FF2B5EF4-FFF2-40B4-BE49-F238E27FC236}">
                <a16:creationId xmlns:a16="http://schemas.microsoft.com/office/drawing/2014/main" id="{19A44757-410E-4E7F-83FB-2A9262E45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0612" y="142613"/>
            <a:ext cx="45323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f you see No Service or Searching on your iPhone or iPad - Apple Support">
            <a:extLst>
              <a:ext uri="{FF2B5EF4-FFF2-40B4-BE49-F238E27FC236}">
                <a16:creationId xmlns:a16="http://schemas.microsoft.com/office/drawing/2014/main" id="{8E6806B3-4ACD-4FEF-9724-4232CA52C0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5F5F7"/>
              </a:clrFrom>
              <a:clrTo>
                <a:srgbClr val="F5F5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9" t="9321" r="10325" b="79450"/>
          <a:stretch/>
        </p:blipFill>
        <p:spPr bwMode="auto">
          <a:xfrm>
            <a:off x="457695" y="328567"/>
            <a:ext cx="2869035" cy="22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DAAAF3-C112-4E63-BDB2-05977C249D01}"/>
              </a:ext>
            </a:extLst>
          </p:cNvPr>
          <p:cNvSpPr/>
          <p:nvPr/>
        </p:nvSpPr>
        <p:spPr>
          <a:xfrm>
            <a:off x="723019" y="893544"/>
            <a:ext cx="2305050" cy="15621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32000">
                <a:srgbClr val="F08D4A"/>
              </a:gs>
              <a:gs pos="16000">
                <a:schemeClr val="accent2">
                  <a:lumMod val="97000"/>
                  <a:lumOff val="3000"/>
                </a:schemeClr>
              </a:gs>
              <a:gs pos="73000">
                <a:srgbClr val="F3A570"/>
              </a:gs>
              <a:gs pos="48000">
                <a:srgbClr val="F1995D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C174D-1041-4810-8DF7-56E8548DEA58}"/>
              </a:ext>
            </a:extLst>
          </p:cNvPr>
          <p:cNvSpPr txBox="1"/>
          <p:nvPr/>
        </p:nvSpPr>
        <p:spPr>
          <a:xfrm>
            <a:off x="1028612" y="157841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F UI Display" panose="00000500000000000000" pitchFamily="50" charset="0"/>
                <a:cs typeface="SF UI Display" panose="00000500000000000000" pitchFamily="50" charset="0"/>
              </a:rPr>
              <a:t>Welcome back,</a:t>
            </a:r>
            <a:endParaRPr lang="en-GB" dirty="0">
              <a:latin typeface="SF UI Display" panose="00000500000000000000" pitchFamily="50" charset="0"/>
              <a:cs typeface="SF UI Display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1B60D2-7A8D-43C4-B06D-275269874723}"/>
              </a:ext>
            </a:extLst>
          </p:cNvPr>
          <p:cNvSpPr txBox="1"/>
          <p:nvPr/>
        </p:nvSpPr>
        <p:spPr>
          <a:xfrm>
            <a:off x="1213760" y="1915212"/>
            <a:ext cx="1323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F UI Display" panose="00000500000000000000" pitchFamily="50" charset="0"/>
                <a:cs typeface="SF UI Display" panose="00000500000000000000" pitchFamily="50" charset="0"/>
              </a:rPr>
              <a:t>Sebastian54</a:t>
            </a:r>
            <a:endParaRPr lang="en-GB" sz="1600" dirty="0">
              <a:latin typeface="SF UI Display" panose="00000500000000000000" pitchFamily="50" charset="0"/>
              <a:cs typeface="SF UI Display" panose="00000500000000000000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2D3C0F-E8C1-4167-82D2-7F3D79BE4AC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989" y="1015802"/>
            <a:ext cx="852446" cy="56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3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25E100519F324B924EAA52D502CFF6" ma:contentTypeVersion="11" ma:contentTypeDescription="Create a new document." ma:contentTypeScope="" ma:versionID="84c9b2193c39630d30e1ba7e0e1090ed">
  <xsd:schema xmlns:xsd="http://www.w3.org/2001/XMLSchema" xmlns:xs="http://www.w3.org/2001/XMLSchema" xmlns:p="http://schemas.microsoft.com/office/2006/metadata/properties" xmlns:ns3="7ac2e845-e209-4bd0-8853-f0a40aad2acd" xmlns:ns4="9a569939-0db0-4e3c-aef4-73f7d3b1dd8b" targetNamespace="http://schemas.microsoft.com/office/2006/metadata/properties" ma:root="true" ma:fieldsID="d0f3f6c7ceec76639cce84c43032c5c0" ns3:_="" ns4:_="">
    <xsd:import namespace="7ac2e845-e209-4bd0-8853-f0a40aad2acd"/>
    <xsd:import namespace="9a569939-0db0-4e3c-aef4-73f7d3b1dd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2e845-e209-4bd0-8853-f0a40aad2a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69939-0db0-4e3c-aef4-73f7d3b1dd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353906-ED0A-4186-8C28-B512E44E21F4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a569939-0db0-4e3c-aef4-73f7d3b1dd8b"/>
    <ds:schemaRef ds:uri="7ac2e845-e209-4bd0-8853-f0a40aad2acd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A55FAA0-776D-4421-9A66-843AC6135F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CD4CC7-C58B-41EC-8D1C-73A8DAE3F7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c2e845-e209-4bd0-8853-f0a40aad2acd"/>
    <ds:schemaRef ds:uri="9a569939-0db0-4e3c-aef4-73f7d3b1d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SF UI Display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Archer</dc:creator>
  <cp:lastModifiedBy>Sebastian Archer</cp:lastModifiedBy>
  <cp:revision>3</cp:revision>
  <dcterms:created xsi:type="dcterms:W3CDTF">2022-03-03T13:10:52Z</dcterms:created>
  <dcterms:modified xsi:type="dcterms:W3CDTF">2022-03-03T13:40:51Z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0x010100E325E100519F324B924EAA52D502CFF6</vt:lpwstr>
  </property>
</Properties>
</file>